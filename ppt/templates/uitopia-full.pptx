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82828"/>
                </a:solidFill>
                <a:latin typeface="Yu Gothic"/>
              </a:rPr>
              <a:t>しぐれうい展 Uitopia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4"/>
                </a:solidFill>
                <a:latin typeface="Yu Gothic"/>
              </a:rPr>
              <a:t>傘の下のふわふわ秘密基地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4B78"/>
                </a:solidFill>
                <a:latin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82828"/>
                </a:solidFill>
                <a:latin typeface="Yu Gothic"/>
              </a:rPr>
              <a:t>コンセプト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6464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82828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4B78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82828"/>
                </a:solidFill>
                <a:latin typeface="Yu Gothic"/>
              </a:rPr>
              <a:t>おしらせ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6464"/>
                </a:solidFill>
                <a:latin typeface="Yu Gothic"/>
              </a:rPr>
              <a:t>INFO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4B78"/>
                </a:solidFill>
                <a:latin typeface="Yu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82828"/>
                </a:solidFill>
                <a:latin typeface="Yu Gothic"/>
              </a:rPr>
              <a:t>出演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6464"/>
                </a:solidFill>
                <a:latin typeface="Yu Gothic"/>
              </a:rPr>
              <a:t>CAST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出演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303520" cy="48463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0240" y="1737360"/>
            <a:ext cx="2926080" cy="29260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82828"/>
                </a:solidFill>
                <a:latin typeface="Yu Gothic"/>
              </a:rPr>
              <a:t>メイン（まるい枠）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18872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0" y="146304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ゲストA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8036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75120" y="315468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ゲストB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572000"/>
            <a:ext cx="4937760" cy="1508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846320"/>
            <a:ext cx="960120" cy="960120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ゲストC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4B78"/>
                </a:solidFill>
                <a:latin typeface="Yu Gothic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82828"/>
                </a:solidFill>
                <a:latin typeface="Yu Gothic"/>
              </a:rPr>
              <a:t>グッズ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6464"/>
                </a:solidFill>
                <a:latin typeface="Yu Gothic"/>
              </a:rPr>
              <a:t>GOODS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4B78"/>
                </a:solidFill>
                <a:latin typeface="Yu Gothic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82828"/>
                </a:solidFill>
                <a:latin typeface="Yu Gothic"/>
              </a:rPr>
              <a:t>チケット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6464"/>
                </a:solidFill>
                <a:latin typeface="Yu Gothic"/>
              </a:rPr>
              <a:t>TICKET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C4B78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C4B78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C4B78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1005840"/>
            <a:ext cx="10241280" cy="4754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4B78"/>
                </a:solidFill>
                <a:latin typeface="Yu Gothic"/>
              </a:rPr>
              <a:t>配信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9456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ゆるっと観られる配信枠の案内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7180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アーカイブはふわっと期限まで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チャットもやさしい温度感で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2627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公式素材を使うときは権利確認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ニュース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4300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" y="1325880"/>
            <a:ext cx="457200" cy="4572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05.01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13441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雲グッズ公開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10312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04.20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3042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配信チケ開始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06323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8720" y="3246120"/>
            <a:ext cx="457200" cy="4572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04.01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2644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マップ更新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02335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88720" y="4206240"/>
            <a:ext cx="457200" cy="4572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03.15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22452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ゲスト発表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98347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8720" y="5166359"/>
            <a:ext cx="457200" cy="4572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02.01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846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特設オープン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3328415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4133088"/>
            <a:ext cx="1920239" cy="1792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86584" y="4325112"/>
            <a:ext cx="1728216" cy="160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46703" y="4709160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09728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45652" y="26517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96628" y="443483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88167" y="8001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103120"/>
            <a:ext cx="8869680" cy="2560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“ふわっとした一言をここへ”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404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C4B78"/>
                </a:solidFill>
                <a:latin typeface="Yu Gothic"/>
              </a:rPr>
              <a:t>— soft quote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ふたつ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左の雲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  <a:latin typeface="Yu Gothic"/>
              </a:rPr>
              <a:t>説明をやわらかく。箇条書きより短い段落が似合う。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右の雲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1945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  <a:latin typeface="Yu Gothic"/>
              </a:rPr>
              <a:t>FAQやリンクも、角ばった表にせず丸い面に載せる。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463040" y="914400"/>
            <a:ext cx="9235440" cy="4937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0" y="1828800"/>
            <a:ext cx="3931920" cy="29260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502920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82828"/>
                </a:solidFill>
                <a:latin typeface="Yu Gothic"/>
              </a:rPr>
              <a:t>まるいフォト枠 / KEY VISUAL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アクセス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676656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645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82828"/>
                </a:solidFill>
                <a:latin typeface="Yu Gothic"/>
              </a:rPr>
              <a:t>会場名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37744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  <a:latin typeface="Yu Gothic"/>
              </a:rPr>
              <a:t>住所や最寄駅をやさしい文で。
動線も短く。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188720"/>
            <a:ext cx="3566160" cy="4754880"/>
          </a:xfrm>
          <a:prstGeom prst="roundRect">
            <a:avLst>
              <a:gd name="adj" fmla="val 25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200400"/>
            <a:ext cx="2258568" cy="9989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25078" y="2592324"/>
            <a:ext cx="1303019" cy="121615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0022" y="2722626"/>
            <a:ext cx="1172718" cy="10858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71532" y="298323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937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82828"/>
                </a:solidFill>
                <a:latin typeface="Yu Gothic"/>
              </a:rPr>
              <a:t>MAP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4B78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914400"/>
            <a:ext cx="4114800" cy="41148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65760"/>
            <a:ext cx="2926080" cy="2926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82828"/>
                </a:solidFill>
                <a:latin typeface="Yu Gothic"/>
              </a:rPr>
              <a:t>File   Edit   View   Tools   Help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09959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9959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09959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09959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09959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09959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54480" y="137160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1188720"/>
            <a:ext cx="7772400" cy="502920"/>
          </a:xfrm>
          <a:prstGeom prst="rect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00200" y="1325880"/>
            <a:ext cx="201168" cy="201168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20240" y="1325880"/>
            <a:ext cx="201168" cy="201168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40280" y="1325880"/>
            <a:ext cx="201168" cy="201168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126187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Uindows Desktop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201168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タイトルバー色分け（red / gray / blue / yellow）
ずれた影 10×10
デスクトップアイコン 72px角丸
コーラルの壁紙＋白い幾何学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2011680"/>
            <a:ext cx="5760720" cy="2926080"/>
          </a:xfrm>
          <a:prstGeom prst="roundRect">
            <a:avLst>
              <a:gd name="adj" fmla="val 2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3774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C4B78"/>
                </a:solidFill>
                <a:latin typeface="Yu Gothic"/>
              </a:rPr>
              <a:t>Uindow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82828"/>
                </a:solidFill>
                <a:latin typeface="Yu Gothic"/>
              </a:rPr>
              <a:t>Login to fluffy desktop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840480"/>
            <a:ext cx="2834640" cy="59436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3931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C4B78"/>
                </a:solidFill>
                <a:latin typeface="Yu Gothic"/>
              </a:rPr>
              <a:t>ログイン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0" y="1828800"/>
            <a:ext cx="7040880" cy="32004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2860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C4B78"/>
                </a:solidFill>
                <a:latin typeface="Yu Gothic"/>
              </a:rPr>
              <a:t>コンタクト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0896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82828"/>
                </a:solidFill>
                <a:latin typeface="Yu Gothic"/>
              </a:rPr>
              <a:t>info@example.com
やさしい文言で案内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82828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C4B78"/>
                </a:solidFill>
                <a:latin typeface="Yu Gothic"/>
              </a:rPr>
              <a:t>Uitopia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