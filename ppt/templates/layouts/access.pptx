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D4A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3D4A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1E1E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01E1E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C3034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C3034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8077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077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82828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82828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アクセス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6766560" cy="475488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645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Yu Gothic"/>
              </a:rPr>
              <a:t>会場名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3774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住所や最寄駅をやさしい文で。
動線も短く。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1188720"/>
            <a:ext cx="3566160" cy="4754880"/>
          </a:xfrm>
          <a:prstGeom prst="roundRect">
            <a:avLst>
              <a:gd name="adj" fmla="val 25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0" y="3200400"/>
            <a:ext cx="2258568" cy="99898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25078" y="2592324"/>
            <a:ext cx="1303019" cy="1216151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0022" y="2722626"/>
            <a:ext cx="1172718" cy="108585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71532" y="2983230"/>
            <a:ext cx="868680" cy="8686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937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Yu Gothic"/>
              </a:rPr>
              <a:t>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