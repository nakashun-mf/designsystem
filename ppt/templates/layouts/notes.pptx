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0B0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64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73E5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7B87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4B78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914400"/>
            <a:ext cx="10241280" cy="4937760"/>
          </a:xfrm>
          <a:prstGeom prst="roundRect">
            <a:avLst>
              <a:gd name="adj" fmla="val 2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A1414"/>
                </a:solidFill>
                <a:latin typeface="Yu Gothic"/>
              </a:rPr>
              <a:t>注意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0312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公式素材の利用条件を確認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2607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2926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角ばったマネより、丸みを優先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1スライドに情報を詰めすぎない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72000"/>
            <a:ext cx="457200" cy="457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影はふわっと、線は細くしすぎない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