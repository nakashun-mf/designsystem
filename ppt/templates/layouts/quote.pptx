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quote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2A0B0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3644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73E54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7B87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C4B78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1414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