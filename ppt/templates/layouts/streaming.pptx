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0" y="2926080"/>
            <a:ext cx="3566160" cy="15773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94860" y="1965960"/>
            <a:ext cx="2057400" cy="19202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92140" y="2171700"/>
            <a:ext cx="1851660" cy="1714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720840" y="258318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A3A44"/>
                </a:solidFill>
                <a:latin typeface="Yu Gothic"/>
              </a:rPr>
              <a:t>Layout: streaming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1005840"/>
            <a:ext cx="10241280" cy="4754880"/>
          </a:xfrm>
          <a:prstGeom prst="roundRect">
            <a:avLst>
              <a:gd name="adj" fmla="val 2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2A0B0"/>
                </a:solidFill>
                <a:latin typeface="Yu Gothic"/>
              </a:rPr>
              <a:t>配信</a:t>
            </a:r>
          </a:p>
        </p:txBody>
      </p:sp>
      <p:sp>
        <p:nvSpPr>
          <p:cNvPr id="29" name="Oval 28"/>
          <p:cNvSpPr/>
          <p:nvPr/>
        </p:nvSpPr>
        <p:spPr>
          <a:xfrm>
            <a:off x="1554480" y="2194560"/>
            <a:ext cx="411480" cy="41148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94560" y="2148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3D4A"/>
                </a:solidFill>
                <a:latin typeface="Yu Gothic"/>
              </a:rPr>
              <a:t>ゆるっと観られる配信枠の案内</a:t>
            </a:r>
          </a:p>
        </p:txBody>
      </p:sp>
      <p:sp>
        <p:nvSpPr>
          <p:cNvPr id="31" name="Oval 30"/>
          <p:cNvSpPr/>
          <p:nvPr/>
        </p:nvSpPr>
        <p:spPr>
          <a:xfrm>
            <a:off x="1554480" y="2971800"/>
            <a:ext cx="411480" cy="41148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3D4A"/>
                </a:solidFill>
                <a:latin typeface="Yu Gothic"/>
              </a:rPr>
              <a:t>アーカイブはふわっと期限まで</a:t>
            </a:r>
          </a:p>
        </p:txBody>
      </p:sp>
      <p:sp>
        <p:nvSpPr>
          <p:cNvPr id="33" name="Oval 32"/>
          <p:cNvSpPr/>
          <p:nvPr/>
        </p:nvSpPr>
        <p:spPr>
          <a:xfrm>
            <a:off x="1554480" y="3749039"/>
            <a:ext cx="411480" cy="41148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94560" y="3703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3D4A"/>
                </a:solidFill>
                <a:latin typeface="Yu Gothic"/>
              </a:rPr>
              <a:t>チャットもやさしい温度感で</a:t>
            </a:r>
          </a:p>
        </p:txBody>
      </p:sp>
      <p:sp>
        <p:nvSpPr>
          <p:cNvPr id="35" name="Oval 34"/>
          <p:cNvSpPr/>
          <p:nvPr/>
        </p:nvSpPr>
        <p:spPr>
          <a:xfrm>
            <a:off x="1554480" y="4526279"/>
            <a:ext cx="411480" cy="41148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94560" y="4480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3D4A"/>
                </a:solidFill>
                <a:latin typeface="Yu Gothic"/>
              </a:rPr>
              <a:t>公式素材を使うときは権利確認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1005840"/>
            <a:ext cx="10241280" cy="4754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63644"/>
                </a:solidFill>
                <a:latin typeface="Yu Gothic"/>
              </a:rPr>
              <a:t>配信</a:t>
            </a:r>
          </a:p>
        </p:txBody>
      </p:sp>
      <p:sp>
        <p:nvSpPr>
          <p:cNvPr id="29" name="Oval 28"/>
          <p:cNvSpPr/>
          <p:nvPr/>
        </p:nvSpPr>
        <p:spPr>
          <a:xfrm>
            <a:off x="1554480" y="2194560"/>
            <a:ext cx="411480" cy="4114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94560" y="2148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1E1E"/>
                </a:solidFill>
                <a:latin typeface="Yu Gothic"/>
              </a:rPr>
              <a:t>ゆるっと観られる配信枠の案内</a:t>
            </a:r>
          </a:p>
        </p:txBody>
      </p:sp>
      <p:sp>
        <p:nvSpPr>
          <p:cNvPr id="31" name="Oval 30"/>
          <p:cNvSpPr/>
          <p:nvPr/>
        </p:nvSpPr>
        <p:spPr>
          <a:xfrm>
            <a:off x="1554480" y="2971800"/>
            <a:ext cx="411480" cy="4114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1E1E"/>
                </a:solidFill>
                <a:latin typeface="Yu Gothic"/>
              </a:rPr>
              <a:t>アーカイブはふわっと期限まで</a:t>
            </a:r>
          </a:p>
        </p:txBody>
      </p:sp>
      <p:sp>
        <p:nvSpPr>
          <p:cNvPr id="33" name="Oval 32"/>
          <p:cNvSpPr/>
          <p:nvPr/>
        </p:nvSpPr>
        <p:spPr>
          <a:xfrm>
            <a:off x="1554480" y="3749039"/>
            <a:ext cx="411480" cy="4114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94560" y="3703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1E1E"/>
                </a:solidFill>
                <a:latin typeface="Yu Gothic"/>
              </a:rPr>
              <a:t>チャットもやさしい温度感で</a:t>
            </a:r>
          </a:p>
        </p:txBody>
      </p:sp>
      <p:sp>
        <p:nvSpPr>
          <p:cNvPr id="35" name="Oval 34"/>
          <p:cNvSpPr/>
          <p:nvPr/>
        </p:nvSpPr>
        <p:spPr>
          <a:xfrm>
            <a:off x="1554480" y="4526279"/>
            <a:ext cx="411480" cy="4114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94560" y="4480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1E1E"/>
                </a:solidFill>
                <a:latin typeface="Yu Gothic"/>
              </a:rPr>
              <a:t>公式素材を使うときは権利確認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1005840"/>
            <a:ext cx="10241280" cy="4754880"/>
          </a:xfrm>
          <a:prstGeom prst="roundRect">
            <a:avLst>
              <a:gd name="adj" fmla="val 2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D73E54"/>
                </a:solidFill>
                <a:latin typeface="Yu Gothic"/>
              </a:rPr>
              <a:t>配信</a:t>
            </a:r>
          </a:p>
        </p:txBody>
      </p:sp>
      <p:sp>
        <p:nvSpPr>
          <p:cNvPr id="29" name="Oval 28"/>
          <p:cNvSpPr/>
          <p:nvPr/>
        </p:nvSpPr>
        <p:spPr>
          <a:xfrm>
            <a:off x="1554480" y="2194560"/>
            <a:ext cx="411480" cy="4114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94560" y="2148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C3034"/>
                </a:solidFill>
                <a:latin typeface="Yu Gothic"/>
              </a:rPr>
              <a:t>ゆるっと観られる配信枠の案内</a:t>
            </a:r>
          </a:p>
        </p:txBody>
      </p:sp>
      <p:sp>
        <p:nvSpPr>
          <p:cNvPr id="31" name="Oval 30"/>
          <p:cNvSpPr/>
          <p:nvPr/>
        </p:nvSpPr>
        <p:spPr>
          <a:xfrm>
            <a:off x="1554480" y="2971800"/>
            <a:ext cx="411480" cy="4114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C3034"/>
                </a:solidFill>
                <a:latin typeface="Yu Gothic"/>
              </a:rPr>
              <a:t>アーカイブはふわっと期限まで</a:t>
            </a:r>
          </a:p>
        </p:txBody>
      </p:sp>
      <p:sp>
        <p:nvSpPr>
          <p:cNvPr id="33" name="Oval 32"/>
          <p:cNvSpPr/>
          <p:nvPr/>
        </p:nvSpPr>
        <p:spPr>
          <a:xfrm>
            <a:off x="1554480" y="3749039"/>
            <a:ext cx="411480" cy="4114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94560" y="3703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C3034"/>
                </a:solidFill>
                <a:latin typeface="Yu Gothic"/>
              </a:rPr>
              <a:t>チャットもやさしい温度感で</a:t>
            </a:r>
          </a:p>
        </p:txBody>
      </p:sp>
      <p:sp>
        <p:nvSpPr>
          <p:cNvPr id="35" name="Oval 34"/>
          <p:cNvSpPr/>
          <p:nvPr/>
        </p:nvSpPr>
        <p:spPr>
          <a:xfrm>
            <a:off x="1554480" y="4526279"/>
            <a:ext cx="411480" cy="4114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94560" y="4480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C3034"/>
                </a:solidFill>
                <a:latin typeface="Yu Gothic"/>
              </a:rPr>
              <a:t>公式素材を使うときは権利確認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1005840"/>
            <a:ext cx="10241280" cy="4754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7B87"/>
                </a:solidFill>
                <a:latin typeface="Yu Gothic"/>
              </a:rPr>
              <a:t>配信</a:t>
            </a:r>
          </a:p>
        </p:txBody>
      </p:sp>
      <p:sp>
        <p:nvSpPr>
          <p:cNvPr id="29" name="Oval 28"/>
          <p:cNvSpPr/>
          <p:nvPr/>
        </p:nvSpPr>
        <p:spPr>
          <a:xfrm>
            <a:off x="1554480" y="2194560"/>
            <a:ext cx="411480" cy="4114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94560" y="2148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A8077"/>
                </a:solidFill>
                <a:latin typeface="Yu Gothic"/>
              </a:rPr>
              <a:t>ゆるっと観られる配信枠の案内</a:t>
            </a:r>
          </a:p>
        </p:txBody>
      </p:sp>
      <p:sp>
        <p:nvSpPr>
          <p:cNvPr id="31" name="Oval 30"/>
          <p:cNvSpPr/>
          <p:nvPr/>
        </p:nvSpPr>
        <p:spPr>
          <a:xfrm>
            <a:off x="1554480" y="2971800"/>
            <a:ext cx="411480" cy="4114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A8077"/>
                </a:solidFill>
                <a:latin typeface="Yu Gothic"/>
              </a:rPr>
              <a:t>アーカイブはふわっと期限まで</a:t>
            </a:r>
          </a:p>
        </p:txBody>
      </p:sp>
      <p:sp>
        <p:nvSpPr>
          <p:cNvPr id="33" name="Oval 32"/>
          <p:cNvSpPr/>
          <p:nvPr/>
        </p:nvSpPr>
        <p:spPr>
          <a:xfrm>
            <a:off x="1554480" y="3749039"/>
            <a:ext cx="411480" cy="4114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94560" y="3703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A8077"/>
                </a:solidFill>
                <a:latin typeface="Yu Gothic"/>
              </a:rPr>
              <a:t>チャットもやさしい温度感で</a:t>
            </a:r>
          </a:p>
        </p:txBody>
      </p:sp>
      <p:sp>
        <p:nvSpPr>
          <p:cNvPr id="35" name="Oval 34"/>
          <p:cNvSpPr/>
          <p:nvPr/>
        </p:nvSpPr>
        <p:spPr>
          <a:xfrm>
            <a:off x="1554480" y="4526279"/>
            <a:ext cx="411480" cy="4114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94560" y="4480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A8077"/>
                </a:solidFill>
                <a:latin typeface="Yu Gothic"/>
              </a:rPr>
              <a:t>公式素材を使うときは権利確認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1005840"/>
            <a:ext cx="10241280" cy="4754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4B78"/>
                </a:solidFill>
                <a:latin typeface="Yu Gothic"/>
              </a:rPr>
              <a:t>配信</a:t>
            </a:r>
          </a:p>
        </p:txBody>
      </p:sp>
      <p:sp>
        <p:nvSpPr>
          <p:cNvPr id="29" name="Oval 28"/>
          <p:cNvSpPr/>
          <p:nvPr/>
        </p:nvSpPr>
        <p:spPr>
          <a:xfrm>
            <a:off x="1554480" y="2194560"/>
            <a:ext cx="411480" cy="4114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94560" y="2148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828"/>
                </a:solidFill>
                <a:latin typeface="Yu Gothic"/>
              </a:rPr>
              <a:t>ゆるっと観られる配信枠の案内</a:t>
            </a:r>
          </a:p>
        </p:txBody>
      </p:sp>
      <p:sp>
        <p:nvSpPr>
          <p:cNvPr id="31" name="Oval 30"/>
          <p:cNvSpPr/>
          <p:nvPr/>
        </p:nvSpPr>
        <p:spPr>
          <a:xfrm>
            <a:off x="1554480" y="2971800"/>
            <a:ext cx="411480" cy="4114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828"/>
                </a:solidFill>
                <a:latin typeface="Yu Gothic"/>
              </a:rPr>
              <a:t>アーカイブはふわっと期限まで</a:t>
            </a:r>
          </a:p>
        </p:txBody>
      </p:sp>
      <p:sp>
        <p:nvSpPr>
          <p:cNvPr id="33" name="Oval 32"/>
          <p:cNvSpPr/>
          <p:nvPr/>
        </p:nvSpPr>
        <p:spPr>
          <a:xfrm>
            <a:off x="1554480" y="3749039"/>
            <a:ext cx="411480" cy="4114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94560" y="3703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828"/>
                </a:solidFill>
                <a:latin typeface="Yu Gothic"/>
              </a:rPr>
              <a:t>チャットもやさしい温度感で</a:t>
            </a:r>
          </a:p>
        </p:txBody>
      </p:sp>
      <p:sp>
        <p:nvSpPr>
          <p:cNvPr id="35" name="Oval 34"/>
          <p:cNvSpPr/>
          <p:nvPr/>
        </p:nvSpPr>
        <p:spPr>
          <a:xfrm>
            <a:off x="1554480" y="4526279"/>
            <a:ext cx="411480" cy="4114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94560" y="4480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828"/>
                </a:solidFill>
                <a:latin typeface="Yu Gothic"/>
              </a:rPr>
              <a:t>公式素材を使うときは権利確認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1005840"/>
            <a:ext cx="10241280" cy="4754880"/>
          </a:xfrm>
          <a:prstGeom prst="roundRect">
            <a:avLst>
              <a:gd name="adj" fmla="val 2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AA1414"/>
                </a:solidFill>
                <a:latin typeface="Yu Gothic"/>
              </a:rPr>
              <a:t>配信</a:t>
            </a:r>
          </a:p>
        </p:txBody>
      </p:sp>
      <p:sp>
        <p:nvSpPr>
          <p:cNvPr id="29" name="Oval 28"/>
          <p:cNvSpPr/>
          <p:nvPr/>
        </p:nvSpPr>
        <p:spPr>
          <a:xfrm>
            <a:off x="1554480" y="2194560"/>
            <a:ext cx="411480" cy="4114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94560" y="2148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Yu Gothic"/>
              </a:rPr>
              <a:t>ゆるっと観られる配信枠の案内</a:t>
            </a:r>
          </a:p>
        </p:txBody>
      </p:sp>
      <p:sp>
        <p:nvSpPr>
          <p:cNvPr id="31" name="Oval 30"/>
          <p:cNvSpPr/>
          <p:nvPr/>
        </p:nvSpPr>
        <p:spPr>
          <a:xfrm>
            <a:off x="1554480" y="2971800"/>
            <a:ext cx="411480" cy="4114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Yu Gothic"/>
              </a:rPr>
              <a:t>アーカイブはふわっと期限まで</a:t>
            </a:r>
          </a:p>
        </p:txBody>
      </p:sp>
      <p:sp>
        <p:nvSpPr>
          <p:cNvPr id="33" name="Oval 32"/>
          <p:cNvSpPr/>
          <p:nvPr/>
        </p:nvSpPr>
        <p:spPr>
          <a:xfrm>
            <a:off x="1554480" y="3749039"/>
            <a:ext cx="411480" cy="4114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94560" y="3703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Yu Gothic"/>
              </a:rPr>
              <a:t>チャットもやさしい温度感で</a:t>
            </a:r>
          </a:p>
        </p:txBody>
      </p:sp>
      <p:sp>
        <p:nvSpPr>
          <p:cNvPr id="35" name="Oval 34"/>
          <p:cNvSpPr/>
          <p:nvPr/>
        </p:nvSpPr>
        <p:spPr>
          <a:xfrm>
            <a:off x="1554480" y="4526279"/>
            <a:ext cx="411480" cy="4114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94560" y="4480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Yu Gothic"/>
              </a:rPr>
              <a:t>公式素材を使うときは権利確認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