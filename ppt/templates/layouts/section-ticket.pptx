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section-ticket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0B0"/>
                </a:solidFill>
                <a:latin typeface="Yu Gothic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3D4A"/>
                </a:solidFill>
                <a:latin typeface="Yu Gothic"/>
              </a:rPr>
              <a:t>チケット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6574"/>
                </a:solidFill>
                <a:latin typeface="Yu Gothic"/>
              </a:rPr>
              <a:t>TICKET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644"/>
                </a:solidFill>
                <a:latin typeface="Yu Gothic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1E1E"/>
                </a:solidFill>
                <a:latin typeface="Yu Gothic"/>
              </a:rPr>
              <a:t>チケット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5A5A"/>
                </a:solidFill>
                <a:latin typeface="Yu Gothic"/>
              </a:rPr>
              <a:t>TICKET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3E54"/>
                </a:solidFill>
                <a:latin typeface="Yu Gothic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C3034"/>
                </a:solidFill>
                <a:latin typeface="Yu Gothic"/>
              </a:rPr>
              <a:t>チケット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92A"/>
                </a:solidFill>
                <a:latin typeface="Yu Gothic"/>
              </a:rPr>
              <a:t>TICKET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B87"/>
                </a:solidFill>
                <a:latin typeface="Yu Gothic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8077"/>
                </a:solidFill>
                <a:latin typeface="Yu Gothic"/>
              </a:rPr>
              <a:t>チケット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A3A8"/>
                </a:solidFill>
                <a:latin typeface="Yu Gothic"/>
              </a:rPr>
              <a:t>TICKET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B78"/>
                </a:solidFill>
                <a:latin typeface="Yu Gothic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82828"/>
                </a:solidFill>
                <a:latin typeface="Yu Gothic"/>
              </a:rPr>
              <a:t>チケット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464"/>
                </a:solidFill>
                <a:latin typeface="Yu Gothic"/>
              </a:rPr>
              <a:t>TICKET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1414"/>
                </a:solidFill>
                <a:latin typeface="Yu Gothic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Yu Gothic"/>
              </a:rPr>
              <a:t>チケット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0000"/>
                </a:solidFill>
                <a:latin typeface="Yu Gothic"/>
              </a:rPr>
              <a:t>TICKET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