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292608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4860" y="196596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92140" y="2171700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25831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A3A44"/>
                </a:solidFill>
                <a:latin typeface="Yu Gothic"/>
              </a:rPr>
              <a:t>Layout: section-cast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A0B0"/>
                </a:solidFill>
                <a:latin typeface="Yu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C3D4A"/>
                </a:solidFill>
                <a:latin typeface="Yu Gothic"/>
              </a:rPr>
              <a:t>出演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6574"/>
                </a:solidFill>
                <a:latin typeface="Yu Gothic"/>
              </a:rPr>
              <a:t>CAST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3644"/>
                </a:solidFill>
                <a:latin typeface="Yu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01E1E"/>
                </a:solidFill>
                <a:latin typeface="Yu Gothic"/>
              </a:rPr>
              <a:t>出演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5A5A"/>
                </a:solidFill>
                <a:latin typeface="Yu Gothic"/>
              </a:rPr>
              <a:t>CAST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73E54"/>
                </a:solidFill>
                <a:latin typeface="Yu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C3034"/>
                </a:solidFill>
                <a:latin typeface="Yu Gothic"/>
              </a:rPr>
              <a:t>出演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292A"/>
                </a:solidFill>
                <a:latin typeface="Yu Gothic"/>
              </a:rPr>
              <a:t>CAST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7B87"/>
                </a:solidFill>
                <a:latin typeface="Yu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8077"/>
                </a:solidFill>
                <a:latin typeface="Yu Gothic"/>
              </a:rPr>
              <a:t>出演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6A3A8"/>
                </a:solidFill>
                <a:latin typeface="Yu Gothic"/>
              </a:rPr>
              <a:t>CAST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C4B78"/>
                </a:solidFill>
                <a:latin typeface="Yu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82828"/>
                </a:solidFill>
                <a:latin typeface="Yu Gothic"/>
              </a:rPr>
              <a:t>出演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6464"/>
                </a:solidFill>
                <a:latin typeface="Yu Gothic"/>
              </a:rPr>
              <a:t>CAST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A1414"/>
                </a:solidFill>
                <a:latin typeface="Yu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Yu Gothic"/>
              </a:rPr>
              <a:t>出演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0000"/>
                </a:solidFill>
                <a:latin typeface="Yu Gothic"/>
              </a:rPr>
              <a:t>CAST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