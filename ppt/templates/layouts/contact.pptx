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contact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2A0B0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C3D4A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3644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01E1E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73E54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C3034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7B87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8077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C4B78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82828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1828800"/>
            <a:ext cx="7040880" cy="32004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28600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A1414"/>
                </a:solidFill>
                <a:latin typeface="Yu Gothic"/>
              </a:rPr>
              <a:t>コンタクト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089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Yu Gothic"/>
              </a:rPr>
              <a:t>info@example.com
やさしい文言で案内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