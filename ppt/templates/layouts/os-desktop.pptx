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os-desktop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4114800" cy="41148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"/>
            <a:ext cx="2926080" cy="2926080"/>
          </a:xfrm>
          <a:prstGeom prst="ellipse">
            <a:avLst/>
          </a:prstGeom>
          <a:solidFill>
            <a:srgbClr val="F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3D4A"/>
                </a:solidFill>
                <a:latin typeface="Yu Gothic"/>
              </a:rPr>
              <a:t>File   Edit   View   Tools  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9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9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59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59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59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59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137160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5C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1188720"/>
            <a:ext cx="7772400" cy="502920"/>
          </a:xfrm>
          <a:prstGeom prst="rect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1325880"/>
            <a:ext cx="201168" cy="20116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40" y="1325880"/>
            <a:ext cx="201168" cy="20116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1325880"/>
            <a:ext cx="201168" cy="20116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1261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9F5"/>
                </a:solidFill>
                <a:latin typeface="Yu Gothic"/>
              </a:rPr>
              <a:t>Uindows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タイトルバー色分け（red / gray / blue / yellow）
ずれた影 10×10
デスクトップアイコン 72px角丸
コーラルの壁紙＋白い幾何学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4114800" cy="41148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"/>
            <a:ext cx="2926080" cy="2926080"/>
          </a:xfrm>
          <a:prstGeom prst="ellipse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1E1E"/>
                </a:solidFill>
                <a:latin typeface="Yu Gothic"/>
              </a:rPr>
              <a:t>File   Edit   View   Tools  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9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9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59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59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59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59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137160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20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1188720"/>
            <a:ext cx="7772400" cy="502920"/>
          </a:xfrm>
          <a:prstGeom prst="rect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1325880"/>
            <a:ext cx="201168" cy="20116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40" y="1325880"/>
            <a:ext cx="201168" cy="20116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1325880"/>
            <a:ext cx="201168" cy="20116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1261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Uindows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タイトルバー色分け（red / gray / blue / yellow）
ずれた影 10×10
デスクトップアイコン 72px角丸
コーラルの壁紙＋白い幾何学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4114800" cy="41148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"/>
            <a:ext cx="2926080" cy="29260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C3034"/>
                </a:solidFill>
                <a:latin typeface="Yu Gothic"/>
              </a:rPr>
              <a:t>File   Edit   View   Tools  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9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9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59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59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59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59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137160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3C3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1188720"/>
            <a:ext cx="7772400" cy="502920"/>
          </a:xfrm>
          <a:prstGeom prst="rect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1325880"/>
            <a:ext cx="201168" cy="20116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40" y="1325880"/>
            <a:ext cx="201168" cy="20116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1325880"/>
            <a:ext cx="201168" cy="20116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1261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Uindows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タイトルバー色分け（red / gray / blue / yellow）
ずれた影 10×10
デスクトップアイコン 72px角丸
コーラルの壁紙＋白い幾何学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4114800" cy="411480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"/>
            <a:ext cx="2926080" cy="2926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A8077"/>
                </a:solidFill>
                <a:latin typeface="Yu Gothic"/>
              </a:rPr>
              <a:t>File   Edit   View   Tools  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9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9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59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59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59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8A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59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137160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8A8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1188720"/>
            <a:ext cx="7772400" cy="50292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1325880"/>
            <a:ext cx="201168" cy="201168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40" y="1325880"/>
            <a:ext cx="201168" cy="201168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1325880"/>
            <a:ext cx="201168" cy="201168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1261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0ED"/>
                </a:solidFill>
                <a:latin typeface="Yu Gothic"/>
              </a:rPr>
              <a:t>Uindows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タイトルバー色分け（red / gray / blue / yellow）
ずれた影 10×10
デスクトップアイコン 72px角丸
コーラルの壁紙＋白い幾何学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4114800" cy="41148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"/>
            <a:ext cx="2926080" cy="2926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82828"/>
                </a:solidFill>
                <a:latin typeface="Yu Gothic"/>
              </a:rPr>
              <a:t>File   Edit   View   Tools  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9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9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59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59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59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59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137160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1188720"/>
            <a:ext cx="7772400" cy="502920"/>
          </a:xfrm>
          <a:prstGeom prst="rect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1325880"/>
            <a:ext cx="201168" cy="20116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40" y="1325880"/>
            <a:ext cx="201168" cy="20116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1325880"/>
            <a:ext cx="201168" cy="20116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1261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Uindows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タイトルバー色分け（red / gray / blue / yellow）
ずれた影 10×10
デスクトップアイコン 72px角丸
コーラルの壁紙＋白い幾何学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914400"/>
            <a:ext cx="4114800" cy="41148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"/>
            <a:ext cx="2926080" cy="29260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Yu Gothic"/>
              </a:rPr>
              <a:t>File   Edit   View   Tools   Help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09959" y="7315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9" y="914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0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109959" y="16002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09959" y="1783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09959" y="2468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09959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Yu Gothic"/>
              </a:rPr>
              <a:t>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137160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71600" y="1188720"/>
            <a:ext cx="7772400" cy="4572000"/>
          </a:xfrm>
          <a:prstGeom prst="roundRect">
            <a:avLst>
              <a:gd name="adj" fmla="val 1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1188720"/>
            <a:ext cx="7772400" cy="502920"/>
          </a:xfrm>
          <a:prstGeom prst="rect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00200" y="1325880"/>
            <a:ext cx="201168" cy="20116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0240" y="1325880"/>
            <a:ext cx="201168" cy="20116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240280" y="1325880"/>
            <a:ext cx="201168" cy="20116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1261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Uindows Desktop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01168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タイトルバー色分け（red / gray / blue / yellow）
ずれた影 10×10
デスクトップアイコン 72px角丸
コーラルの壁紙＋白い幾何学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