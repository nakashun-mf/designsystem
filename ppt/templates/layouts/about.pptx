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about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C3D4A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1E1E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1E1E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C3034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034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A8077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82828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