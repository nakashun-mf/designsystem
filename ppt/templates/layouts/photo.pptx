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photo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3D4A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01E1E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C3034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8077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82828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63040" y="914400"/>
            <a:ext cx="9235440" cy="4937760"/>
          </a:xfrm>
          <a:prstGeom prst="roundRect">
            <a:avLst>
              <a:gd name="adj" fmla="val 2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1828800"/>
            <a:ext cx="3931920" cy="29260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50292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Yu Gothic"/>
              </a:rPr>
              <a:t>まるいフォト枠 / KEY VISUAL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