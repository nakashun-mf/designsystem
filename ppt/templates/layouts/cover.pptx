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01E1E"/>
                </a:solidFill>
                <a:latin typeface="Yu Gothic"/>
              </a:rPr>
              <a:t>5th Anniversary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5A5A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C3034"/>
                </a:solidFill>
                <a:latin typeface="Yu Gothic"/>
              </a:rPr>
              <a:t>5th Anniversary Live masterpiece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92A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97F6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8077"/>
                </a:solidFill>
                <a:latin typeface="Yu Gothic"/>
              </a:rPr>
              <a:t>ういんどうず風デスクトップOS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6A3A8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Yu Gothic"/>
              </a:rPr>
              <a:t>しぐれうい展 Uitopia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8EC"/>
                </a:solidFill>
                <a:latin typeface="Yu Gothic"/>
              </a:rPr>
              <a:t>Birthday Live Wishing Umbrella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0000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