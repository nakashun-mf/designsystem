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goods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グッズ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0876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ぬい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7492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アクリル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118872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41080" y="150876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2788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Tシャツ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50876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うちわ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07492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ステッカー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3840480"/>
            <a:ext cx="3200400" cy="2286000"/>
          </a:xfrm>
          <a:prstGeom prst="roundRect">
            <a:avLst>
              <a:gd name="adj" fmla="val 28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41080" y="4160520"/>
            <a:ext cx="164592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5440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セット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