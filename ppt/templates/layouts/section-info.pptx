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9E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114800" y="2926080"/>
            <a:ext cx="3566160" cy="1577339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594860" y="1965960"/>
            <a:ext cx="2057400" cy="1920239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692140" y="2171700"/>
            <a:ext cx="1851660" cy="17145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720840" y="2583180"/>
            <a:ext cx="1371600" cy="13716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92608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5A3A44"/>
                </a:solidFill>
                <a:latin typeface="Yu Gothic"/>
              </a:rPr>
              <a:t>Layout: section-info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5303520"/>
            <a:ext cx="3090672" cy="1367028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73252" y="4471416"/>
            <a:ext cx="1783080" cy="1664207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824228" y="4649724"/>
            <a:ext cx="1604772" cy="1485900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15768" y="5006340"/>
            <a:ext cx="1188720" cy="1188720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686800" y="914400"/>
            <a:ext cx="2852928" cy="1261872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070848" y="146304"/>
            <a:ext cx="1645919" cy="1536192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948672" y="310896"/>
            <a:ext cx="1481328" cy="1371600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771632" y="640080"/>
            <a:ext cx="1097280" cy="1097280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011680" y="2011680"/>
            <a:ext cx="8138160" cy="2743200"/>
          </a:xfrm>
          <a:prstGeom prst="roundRect">
            <a:avLst>
              <a:gd name="adj" fmla="val 30000"/>
            </a:avLst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468880" y="22860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2A0B0"/>
                </a:solidFill>
                <a:latin typeface="Yu Gothic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68880" y="2834640"/>
            <a:ext cx="7315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5C3D4A"/>
                </a:solidFill>
                <a:latin typeface="Yu Gothic"/>
              </a:rPr>
              <a:t>おしらせ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68880" y="38404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8A6574"/>
                </a:solidFill>
                <a:latin typeface="Yu Gothic"/>
              </a:rPr>
              <a:t>INFO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5303520"/>
            <a:ext cx="3090672" cy="13670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73252" y="4471416"/>
            <a:ext cx="1783080" cy="166420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824228" y="4649724"/>
            <a:ext cx="1604772" cy="14859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15768" y="5006340"/>
            <a:ext cx="1188720" cy="11887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686800" y="914400"/>
            <a:ext cx="2852928" cy="126187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070848" y="146304"/>
            <a:ext cx="1645919" cy="153619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948672" y="310896"/>
            <a:ext cx="1481328" cy="13716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771632" y="640080"/>
            <a:ext cx="1097280" cy="10972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011680" y="2011680"/>
            <a:ext cx="8138160" cy="27432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468880" y="22860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63644"/>
                </a:solidFill>
                <a:latin typeface="Yu Gothic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68880" y="2834640"/>
            <a:ext cx="7315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201E1E"/>
                </a:solidFill>
                <a:latin typeface="Yu Gothic"/>
              </a:rPr>
              <a:t>おしらせ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68880" y="38404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665A5A"/>
                </a:solidFill>
                <a:latin typeface="Yu Gothic"/>
              </a:rPr>
              <a:t>INFO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5303520"/>
            <a:ext cx="3090672" cy="1367028"/>
          </a:xfrm>
          <a:prstGeom prst="ellipse">
            <a:avLst/>
          </a:prstGeom>
          <a:solidFill>
            <a:srgbClr val="F2F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73252" y="4471416"/>
            <a:ext cx="1783080" cy="1664207"/>
          </a:xfrm>
          <a:prstGeom prst="ellipse">
            <a:avLst/>
          </a:prstGeom>
          <a:solidFill>
            <a:srgbClr val="F2F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824228" y="4649724"/>
            <a:ext cx="1604772" cy="1485900"/>
          </a:xfrm>
          <a:prstGeom prst="ellipse">
            <a:avLst/>
          </a:prstGeom>
          <a:solidFill>
            <a:srgbClr val="F2F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15768" y="5006340"/>
            <a:ext cx="1188720" cy="1188720"/>
          </a:xfrm>
          <a:prstGeom prst="ellipse">
            <a:avLst/>
          </a:prstGeom>
          <a:solidFill>
            <a:srgbClr val="F2F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686800" y="914400"/>
            <a:ext cx="2852928" cy="1261872"/>
          </a:xfrm>
          <a:prstGeom prst="ellipse">
            <a:avLst/>
          </a:prstGeom>
          <a:solidFill>
            <a:srgbClr val="F2F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070848" y="146304"/>
            <a:ext cx="1645919" cy="1536192"/>
          </a:xfrm>
          <a:prstGeom prst="ellipse">
            <a:avLst/>
          </a:prstGeom>
          <a:solidFill>
            <a:srgbClr val="F2F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948672" y="310896"/>
            <a:ext cx="1481328" cy="1371600"/>
          </a:xfrm>
          <a:prstGeom prst="ellipse">
            <a:avLst/>
          </a:prstGeom>
          <a:solidFill>
            <a:srgbClr val="F2F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771632" y="640080"/>
            <a:ext cx="1097280" cy="1097280"/>
          </a:xfrm>
          <a:prstGeom prst="ellipse">
            <a:avLst/>
          </a:prstGeom>
          <a:solidFill>
            <a:srgbClr val="F2F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011680" y="2011680"/>
            <a:ext cx="8138160" cy="2743200"/>
          </a:xfrm>
          <a:prstGeom prst="roundRect">
            <a:avLst>
              <a:gd name="adj" fmla="val 30000"/>
            </a:avLst>
          </a:prstGeom>
          <a:solidFill>
            <a:srgbClr val="F2F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468880" y="22860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D73E54"/>
                </a:solidFill>
                <a:latin typeface="Yu Gothic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68880" y="2834640"/>
            <a:ext cx="7315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3C3034"/>
                </a:solidFill>
                <a:latin typeface="Yu Gothic"/>
              </a:rPr>
              <a:t>おしらせ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68880" y="38404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C292A"/>
                </a:solidFill>
                <a:latin typeface="Yu Gothic"/>
              </a:rPr>
              <a:t>INFO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5303520"/>
            <a:ext cx="3090672" cy="13670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73252" y="4471416"/>
            <a:ext cx="1783080" cy="166420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824228" y="4649724"/>
            <a:ext cx="1604772" cy="14859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15768" y="5006340"/>
            <a:ext cx="1188720" cy="11887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686800" y="914400"/>
            <a:ext cx="2852928" cy="126187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070848" y="146304"/>
            <a:ext cx="1645919" cy="153619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948672" y="310896"/>
            <a:ext cx="1481328" cy="13716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771632" y="640080"/>
            <a:ext cx="1097280" cy="10972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011680" y="2011680"/>
            <a:ext cx="8138160" cy="27432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468880" y="22860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7B87"/>
                </a:solidFill>
                <a:latin typeface="Yu Gothic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68880" y="2834640"/>
            <a:ext cx="7315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8A8077"/>
                </a:solidFill>
                <a:latin typeface="Yu Gothic"/>
              </a:rPr>
              <a:t>おしらせ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68880" y="38404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B6A3A8"/>
                </a:solidFill>
                <a:latin typeface="Yu Gothic"/>
              </a:rPr>
              <a:t>INFO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5303520"/>
            <a:ext cx="3090672" cy="13670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73252" y="4471416"/>
            <a:ext cx="1783080" cy="166420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824228" y="4649724"/>
            <a:ext cx="1604772" cy="14859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15768" y="5006340"/>
            <a:ext cx="1188720" cy="11887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686800" y="914400"/>
            <a:ext cx="2852928" cy="126187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070848" y="146304"/>
            <a:ext cx="1645919" cy="153619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948672" y="310896"/>
            <a:ext cx="1481328" cy="13716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771632" y="640080"/>
            <a:ext cx="1097280" cy="10972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011680" y="2011680"/>
            <a:ext cx="8138160" cy="27432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468880" y="22860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C4B78"/>
                </a:solidFill>
                <a:latin typeface="Yu Gothic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68880" y="2834640"/>
            <a:ext cx="7315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282828"/>
                </a:solidFill>
                <a:latin typeface="Yu Gothic"/>
              </a:rPr>
              <a:t>おしらせ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68880" y="38404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646464"/>
                </a:solidFill>
                <a:latin typeface="Yu Gothic"/>
              </a:rPr>
              <a:t>INFO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5303520"/>
            <a:ext cx="3090672" cy="1367028"/>
          </a:xfrm>
          <a:prstGeom prst="ellipse">
            <a:avLst/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73252" y="4471416"/>
            <a:ext cx="1783080" cy="1664207"/>
          </a:xfrm>
          <a:prstGeom prst="ellipse">
            <a:avLst/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824228" y="4649724"/>
            <a:ext cx="1604772" cy="1485900"/>
          </a:xfrm>
          <a:prstGeom prst="ellipse">
            <a:avLst/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15768" y="5006340"/>
            <a:ext cx="1188720" cy="1188720"/>
          </a:xfrm>
          <a:prstGeom prst="ellipse">
            <a:avLst/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686800" y="914400"/>
            <a:ext cx="2852928" cy="1261872"/>
          </a:xfrm>
          <a:prstGeom prst="ellipse">
            <a:avLst/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070848" y="146304"/>
            <a:ext cx="1645919" cy="1536192"/>
          </a:xfrm>
          <a:prstGeom prst="ellipse">
            <a:avLst/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948672" y="310896"/>
            <a:ext cx="1481328" cy="1371600"/>
          </a:xfrm>
          <a:prstGeom prst="ellipse">
            <a:avLst/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771632" y="640080"/>
            <a:ext cx="1097280" cy="1097280"/>
          </a:xfrm>
          <a:prstGeom prst="ellipse">
            <a:avLst/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011680" y="2011680"/>
            <a:ext cx="8138160" cy="2743200"/>
          </a:xfrm>
          <a:prstGeom prst="roundRect">
            <a:avLst>
              <a:gd name="adj" fmla="val 30000"/>
            </a:avLst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468880" y="22860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AA1414"/>
                </a:solidFill>
                <a:latin typeface="Yu Gothic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68880" y="2834640"/>
            <a:ext cx="7315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000000"/>
                </a:solidFill>
                <a:latin typeface="Yu Gothic"/>
              </a:rPr>
              <a:t>おしらせ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68880" y="38404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D0000"/>
                </a:solidFill>
                <a:latin typeface="Yu Gothic"/>
              </a:rPr>
              <a:t>INFO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