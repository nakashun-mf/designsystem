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9E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114800" y="2926080"/>
            <a:ext cx="3566160" cy="15773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94860" y="1965960"/>
            <a:ext cx="2057400" cy="1920239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692140" y="2171700"/>
            <a:ext cx="1851660" cy="17145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720840" y="2583180"/>
            <a:ext cx="1371600" cy="13716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10332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5A3A44"/>
                </a:solidFill>
                <a:latin typeface="Yu Gothic"/>
              </a:rPr>
              <a:t>Layout: os-login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FFF9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2A0B0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5C3D4A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F2A0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9F5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63644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01E1E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E636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63644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73E54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3C3034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D73E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73E54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FFF0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7B87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8A8077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FF7B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0ED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C4B78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282828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EC4B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EC4B78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200400" y="2011680"/>
            <a:ext cx="5760720" cy="2926080"/>
          </a:xfrm>
          <a:prstGeom prst="roundRect">
            <a:avLst>
              <a:gd name="adj" fmla="val 2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2377440"/>
            <a:ext cx="5760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AA1414"/>
                </a:solidFill>
                <a:latin typeface="Yu Gothic"/>
              </a:rPr>
              <a:t>Uindow 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3108960"/>
            <a:ext cx="5760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0000"/>
                </a:solidFill>
                <a:latin typeface="Yu Gothic"/>
              </a:rPr>
              <a:t>Login to fluffy desktop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663440" y="3840480"/>
            <a:ext cx="2834640" cy="594360"/>
          </a:xfrm>
          <a:prstGeom prst="roundRect">
            <a:avLst>
              <a:gd name="adj" fmla="val 50000"/>
            </a:avLst>
          </a:prstGeom>
          <a:solidFill>
            <a:srgbClr val="AA14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663440" y="3931920"/>
            <a:ext cx="2834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AA1414"/>
                </a:solidFill>
                <a:latin typeface="Yu Gothic"/>
              </a:rPr>
              <a:t>ログイン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