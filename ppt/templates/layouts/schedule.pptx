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0" y="2926080"/>
            <a:ext cx="3566160" cy="157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94860" y="1965960"/>
            <a:ext cx="2057400" cy="19202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92140" y="2171700"/>
            <a:ext cx="1851660" cy="1714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720840" y="258318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A3A44"/>
                </a:solidFill>
                <a:latin typeface="Yu Gothic"/>
              </a:rPr>
              <a:t>Layout: schedule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2A0B0"/>
                </a:solidFill>
                <a:latin typeface="Yu Gothic"/>
              </a:rPr>
              <a:t>スケジュール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1560" y="2148840"/>
            <a:ext cx="960120" cy="96012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2A0B0"/>
                </a:solidFill>
                <a:latin typeface="Yu Gothic"/>
              </a:rPr>
              <a:t>12:00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準備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6032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71800" y="2148840"/>
            <a:ext cx="960120" cy="96012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2A0B0"/>
                </a:solidFill>
                <a:latin typeface="Yu Gothic"/>
              </a:rPr>
              <a:t>15:30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OPEN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6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892040" y="2148840"/>
            <a:ext cx="960120" cy="96012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2A0B0"/>
                </a:solidFill>
                <a:latin typeface="Yu Gothic"/>
              </a:rPr>
              <a:t>17:00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START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12280" y="2148840"/>
            <a:ext cx="960120" cy="96012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2A0B0"/>
                </a:solidFill>
                <a:latin typeface="Yu Gothic"/>
              </a:rPr>
              <a:t>18:30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休憩雲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2104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732519" y="2148840"/>
            <a:ext cx="960120" cy="96012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2A0B0"/>
                </a:solidFill>
                <a:latin typeface="Yu Gothic"/>
              </a:rPr>
              <a:t>19:30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盛り上がり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2412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652759" y="2148840"/>
            <a:ext cx="960120" cy="96012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327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2A0B0"/>
                </a:solidFill>
                <a:latin typeface="Yu Gothic"/>
              </a:rPr>
              <a:t>20:15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3644"/>
                </a:solidFill>
                <a:latin typeface="Yu Gothic"/>
              </a:rPr>
              <a:t>スケジュール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156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63644"/>
                </a:solidFill>
                <a:latin typeface="Yu Gothic"/>
              </a:rPr>
              <a:t>12:00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準備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6032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7180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63644"/>
                </a:solidFill>
                <a:latin typeface="Yu Gothic"/>
              </a:rPr>
              <a:t>15:30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OPEN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6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89204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63644"/>
                </a:solidFill>
                <a:latin typeface="Yu Gothic"/>
              </a:rPr>
              <a:t>17:00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START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1228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63644"/>
                </a:solidFill>
                <a:latin typeface="Yu Gothic"/>
              </a:rPr>
              <a:t>18:30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休憩雲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2104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732519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63644"/>
                </a:solidFill>
                <a:latin typeface="Yu Gothic"/>
              </a:rPr>
              <a:t>19:30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盛り上がり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2412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652759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327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63644"/>
                </a:solidFill>
                <a:latin typeface="Yu Gothic"/>
              </a:rPr>
              <a:t>20:15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73E54"/>
                </a:solidFill>
                <a:latin typeface="Yu Gothic"/>
              </a:rPr>
              <a:t>スケジュール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156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73E54"/>
                </a:solidFill>
                <a:latin typeface="Yu Gothic"/>
              </a:rPr>
              <a:t>12:00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準備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6032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7180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73E54"/>
                </a:solidFill>
                <a:latin typeface="Yu Gothic"/>
              </a:rPr>
              <a:t>15:30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OPEN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6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89204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73E54"/>
                </a:solidFill>
                <a:latin typeface="Yu Gothic"/>
              </a:rPr>
              <a:t>17:00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START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1228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73E54"/>
                </a:solidFill>
                <a:latin typeface="Yu Gothic"/>
              </a:rPr>
              <a:t>18:30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休憩雲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2104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732519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73E54"/>
                </a:solidFill>
                <a:latin typeface="Yu Gothic"/>
              </a:rPr>
              <a:t>19:30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盛り上がり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2412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652759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327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73E54"/>
                </a:solidFill>
                <a:latin typeface="Yu Gothic"/>
              </a:rPr>
              <a:t>20:15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7B87"/>
                </a:solidFill>
                <a:latin typeface="Yu Gothic"/>
              </a:rPr>
              <a:t>スケジュール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1560" y="2148840"/>
            <a:ext cx="960120" cy="96012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7B87"/>
                </a:solidFill>
                <a:latin typeface="Yu Gothic"/>
              </a:rPr>
              <a:t>12:00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準備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6032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71800" y="2148840"/>
            <a:ext cx="960120" cy="96012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7B87"/>
                </a:solidFill>
                <a:latin typeface="Yu Gothic"/>
              </a:rPr>
              <a:t>15:30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OPEN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6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892040" y="2148840"/>
            <a:ext cx="960120" cy="96012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7B87"/>
                </a:solidFill>
                <a:latin typeface="Yu Gothic"/>
              </a:rPr>
              <a:t>17:00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START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12280" y="2148840"/>
            <a:ext cx="960120" cy="96012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7B87"/>
                </a:solidFill>
                <a:latin typeface="Yu Gothic"/>
              </a:rPr>
              <a:t>18:30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休憩雲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2104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732519" y="2148840"/>
            <a:ext cx="960120" cy="96012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7B87"/>
                </a:solidFill>
                <a:latin typeface="Yu Gothic"/>
              </a:rPr>
              <a:t>19:30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盛り上がり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2412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652759" y="2148840"/>
            <a:ext cx="960120" cy="96012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327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7B87"/>
                </a:solidFill>
                <a:latin typeface="Yu Gothic"/>
              </a:rPr>
              <a:t>20:15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END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4B78"/>
                </a:solidFill>
                <a:latin typeface="Yu Gothic"/>
              </a:rPr>
              <a:t>スケジュール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156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C4B78"/>
                </a:solidFill>
                <a:latin typeface="Yu Gothic"/>
              </a:rPr>
              <a:t>12:00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準備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6032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7180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C4B78"/>
                </a:solidFill>
                <a:latin typeface="Yu Gothic"/>
              </a:rPr>
              <a:t>15:30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OPEN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6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89204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C4B78"/>
                </a:solidFill>
                <a:latin typeface="Yu Gothic"/>
              </a:rPr>
              <a:t>17:00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START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1228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C4B78"/>
                </a:solidFill>
                <a:latin typeface="Yu Gothic"/>
              </a:rPr>
              <a:t>18:30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休憩雲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2104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732519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C4B78"/>
                </a:solidFill>
                <a:latin typeface="Yu Gothic"/>
              </a:rPr>
              <a:t>19:30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盛り上がり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2412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652759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327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C4B78"/>
                </a:solidFill>
                <a:latin typeface="Yu Gothic"/>
              </a:rPr>
              <a:t>20:15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END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AA1414"/>
                </a:solidFill>
                <a:latin typeface="Yu Gothic"/>
              </a:rPr>
              <a:t>スケジュール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156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A1414"/>
                </a:solidFill>
                <a:latin typeface="Yu Gothic"/>
              </a:rPr>
              <a:t>12:00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準備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6032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7180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A1414"/>
                </a:solidFill>
                <a:latin typeface="Yu Gothic"/>
              </a:rPr>
              <a:t>15:30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OPEN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6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89204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A1414"/>
                </a:solidFill>
                <a:latin typeface="Yu Gothic"/>
              </a:rPr>
              <a:t>17:00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START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1228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A1414"/>
                </a:solidFill>
                <a:latin typeface="Yu Gothic"/>
              </a:rPr>
              <a:t>18:30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休憩雲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2104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732519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A1414"/>
                </a:solidFill>
                <a:latin typeface="Yu Gothic"/>
              </a:rPr>
              <a:t>19:30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盛り上がり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2412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652759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327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A1414"/>
                </a:solidFill>
                <a:latin typeface="Yu Gothic"/>
              </a:rPr>
              <a:t>20:15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