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2560320"/>
            <a:ext cx="4754880" cy="2103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0" y="1280160"/>
            <a:ext cx="2743200" cy="256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0" y="1554479"/>
            <a:ext cx="246888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0" y="210312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5A3A44"/>
                </a:solidFill>
                <a:latin typeface="Yu Gothic"/>
              </a:rPr>
              <a:t>Template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7A9A"/>
                </a:solidFill>
                <a:latin typeface="Yu Gothic"/>
              </a:rPr>
              <a:t>LAYOUT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01 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02 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03  section-concept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04  about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05  section-info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06  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07  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08  section-cast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09  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10  section-goods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11  goods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12  section-ticket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13 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14  streaming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15  news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16  quote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17  two-col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18  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19 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20 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21  sns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92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22  os-desktop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23  os-login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24  contact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3A44"/>
                </a:solidFill>
                <a:latin typeface="Yu Gothic"/>
              </a:rPr>
              <a:t>25  thanks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Catalog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C3D4A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A0B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01E1E"/>
                </a:solidFill>
                <a:latin typeface="Yu Gothic"/>
              </a:rPr>
              <a:t>5th Anniversary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5A5A"/>
                </a:solidFill>
                <a:latin typeface="Yu Gothic"/>
              </a:rPr>
              <a:t>Catalog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01E1E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3644"/>
                </a:solidFill>
                <a:latin typeface="Yu Gothic"/>
              </a:rPr>
              <a:t>5th Anniversary 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C3034"/>
                </a:solidFill>
                <a:latin typeface="Yu Gothic"/>
              </a:rPr>
              <a:t>5th Anniversary Live masterpiece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92A"/>
                </a:solidFill>
                <a:latin typeface="Yu Gothic"/>
              </a:rPr>
              <a:t>Catalog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C3034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73E54"/>
                </a:solidFill>
                <a:latin typeface="Yu Gothic"/>
              </a:rPr>
              <a:t>masterpiece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97F6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8077"/>
                </a:solidFill>
                <a:latin typeface="Yu Gothic"/>
              </a:rPr>
              <a:t>ういんどうず風デスクトップOS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6A3A8"/>
                </a:solidFill>
                <a:latin typeface="Yu Gothic"/>
              </a:rPr>
              <a:t>Catalog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A8077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7B87"/>
                </a:solidFill>
                <a:latin typeface="Yu Gothic"/>
              </a:rPr>
              <a:t>Uindows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Yu Gothic"/>
              </a:rPr>
              <a:t>しぐれうい展 Uitopia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Yu Gothic"/>
              </a:rPr>
              <a:t>Catalog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82828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4B78"/>
                </a:solidFill>
                <a:latin typeface="Yu Gothic"/>
              </a:rPr>
              <a:t>Uitopia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8EC"/>
                </a:solidFill>
                <a:latin typeface="Yu Gothic"/>
              </a:rPr>
              <a:t>Birthday Live Wishing Umbrella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0000"/>
                </a:solidFill>
                <a:latin typeface="Yu Gothic"/>
              </a:rPr>
              <a:t>Catalog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1414"/>
                </a:solidFill>
                <a:latin typeface="Yu Gothic"/>
              </a:rPr>
              <a:t>Wishing Umbrella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