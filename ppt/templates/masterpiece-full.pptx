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C3034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C3034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73E5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3034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C3034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3034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034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73E5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C3034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3E5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C3034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