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1E1E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01E1E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64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E1E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01E1E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E1E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64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1E1E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3644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01E1E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364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01E1E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01E1E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3644"/>
                </a:solidFill>
                <a:latin typeface="Yu Gothic"/>
              </a:rPr>
              <a:t>5th Anniversary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