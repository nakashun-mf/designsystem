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6000" y="2926080"/>
            <a:ext cx="4279392" cy="189280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862072" y="1773936"/>
            <a:ext cx="2468880" cy="2304288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4178808" y="2020824"/>
            <a:ext cx="2221992" cy="2057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413248" y="2514600"/>
            <a:ext cx="1645920" cy="1645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0" y="2560320"/>
            <a:ext cx="3803904" cy="168249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912864" y="1536192"/>
            <a:ext cx="2194560" cy="204825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083296" y="1755647"/>
            <a:ext cx="1975104" cy="18288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80576" y="2194560"/>
            <a:ext cx="1463040" cy="14630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834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5A3A44"/>
                </a:solidFill>
                <a:latin typeface="Yu Gothic"/>
              </a:rPr>
              <a:t>pack-streaming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F7FD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5C3D4A"/>
                </a:solidFill>
                <a:latin typeface="Yu Gothic"/>
              </a:rPr>
              <a:t>ふわふわアンブレラ世界観（MV寄り）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8A6574"/>
                </a:solidFill>
                <a:latin typeface="Yu Gothic"/>
              </a:rPr>
              <a:t>warm peach glow / fluffy cute / blue umbrella / soft bokeh / magical rainy day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6EA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3F7F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8A65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C3D4A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2A0B0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C3D4A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A0B0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C3D4A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CBB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D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8C2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2A0B0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5C3D4A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E6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C2C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5C3D4A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2A0B0"/>
                </a:solidFill>
                <a:latin typeface="Yu Gothic"/>
              </a:rPr>
              <a:t>Wishing Fluffy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01E1E"/>
                </a:solidFill>
                <a:latin typeface="Yu Gothic"/>
              </a:rPr>
              <a:t>5th Anniversary Project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65A5A"/>
                </a:solidFill>
                <a:latin typeface="Yu Gothic"/>
              </a:rPr>
              <a:t>bright memorial hub / warm sand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6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01E1E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01E1E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6364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01E1E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E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ECFF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6364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01E1E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01E1E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63644"/>
                </a:solidFill>
                <a:latin typeface="Yu Gothic"/>
              </a:rPr>
              <a:t>5th Anniversary Hub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3C3034"/>
                </a:solidFill>
                <a:latin typeface="Yu Gothic"/>
              </a:rPr>
              <a:t>5th Anniversary Live masterpiece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C292A"/>
                </a:solidFill>
                <a:latin typeface="Yu Gothic"/>
              </a:rPr>
              <a:t>gallery / cream paper / framed art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C29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3C3034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3C3034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73E5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3C3034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6F2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D73E5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3C3034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2F3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3C3034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D73E54"/>
                </a:solidFill>
                <a:latin typeface="Yu Gothic"/>
              </a:rPr>
              <a:t>masterpiece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7B97F6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8A8077"/>
                </a:solidFill>
                <a:latin typeface="Yu Gothic"/>
              </a:rPr>
              <a:t>ういんどうず風デスクトップOS UI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B6A3A8"/>
                </a:solidFill>
                <a:latin typeface="Yu Gothic"/>
              </a:rPr>
              <a:t>coral desktop / chunky offset shadow / colored titlebars / taupe icons / soft OS parody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B6A3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8A8077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7B87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8A8077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7B87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8A8077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7B9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6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7B87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8A8077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8A8077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7B87"/>
                </a:solidFill>
                <a:latin typeface="Yu Gothic"/>
              </a:rPr>
              <a:t>Uindows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282828"/>
                </a:solidFill>
                <a:latin typeface="Yu Gothic"/>
              </a:rPr>
              <a:t>しぐれうい展 Uitopia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46464"/>
                </a:solidFill>
                <a:latin typeface="Yu Gothic"/>
              </a:rPr>
              <a:t>desktop OS / folder / pixel UI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82828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82828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EC4B78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2828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B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645E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EC4B78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82828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282828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EC4B78"/>
                </a:solidFill>
                <a:latin typeface="Yu Gothic"/>
              </a:rPr>
              <a:t>Uitopia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1097280" y="1645920"/>
            <a:ext cx="9875520" cy="347472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554480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901952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249424" y="1874519"/>
            <a:ext cx="256032" cy="256032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596896" y="1874519"/>
            <a:ext cx="256032" cy="256032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944368" y="1874519"/>
            <a:ext cx="256032" cy="256032"/>
          </a:xfrm>
          <a:prstGeom prst="ellipse">
            <a:avLst/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554480" y="2194560"/>
            <a:ext cx="8961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Georgia"/>
              </a:rPr>
              <a:t>WISHING UMBRELLA MOOD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54480" y="2651760"/>
            <a:ext cx="7498079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8EC"/>
                </a:solidFill>
                <a:latin typeface="Yu Gothic"/>
              </a:rPr>
              <a:t>Birthday Live Wishing Umbrella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554480" y="393192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0000"/>
                </a:solidFill>
                <a:latin typeface="Yu Gothic"/>
              </a:rPr>
              <a:t>circus-red / umbrella / night festival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2286000"/>
            <a:ext cx="1728216" cy="1104138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9326880" y="2718054"/>
            <a:ext cx="1728216" cy="432054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10142982" y="3102102"/>
            <a:ext cx="76809" cy="816102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075773" y="3774186"/>
            <a:ext cx="268833" cy="268833"/>
          </a:xfrm>
          <a:prstGeom prst="ellipse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14400" y="1005840"/>
            <a:ext cx="10241280" cy="4754880"/>
          </a:xfrm>
          <a:prstGeom prst="roundRect">
            <a:avLst>
              <a:gd name="adj" fmla="val 2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71600" y="1371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29" name="Oval 28"/>
          <p:cNvSpPr/>
          <p:nvPr/>
        </p:nvSpPr>
        <p:spPr>
          <a:xfrm>
            <a:off x="1554480" y="219456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148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ゆるっと観られる配信枠の案内</a:t>
            </a:r>
          </a:p>
        </p:txBody>
      </p:sp>
      <p:sp>
        <p:nvSpPr>
          <p:cNvPr id="31" name="Oval 30"/>
          <p:cNvSpPr/>
          <p:nvPr/>
        </p:nvSpPr>
        <p:spPr>
          <a:xfrm>
            <a:off x="1554480" y="2971800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19456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アーカイブはふわっと期限まで</a:t>
            </a:r>
          </a:p>
        </p:txBody>
      </p:sp>
      <p:sp>
        <p:nvSpPr>
          <p:cNvPr id="33" name="Oval 32"/>
          <p:cNvSpPr/>
          <p:nvPr/>
        </p:nvSpPr>
        <p:spPr>
          <a:xfrm>
            <a:off x="1554480" y="374903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94560" y="37033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チャットもやさしい温度感で</a:t>
            </a:r>
          </a:p>
        </p:txBody>
      </p:sp>
      <p:sp>
        <p:nvSpPr>
          <p:cNvPr id="35" name="Oval 34"/>
          <p:cNvSpPr/>
          <p:nvPr/>
        </p:nvSpPr>
        <p:spPr>
          <a:xfrm>
            <a:off x="1554480" y="4526279"/>
            <a:ext cx="411480" cy="4114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194560" y="44805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Yu Gothic"/>
              </a:rPr>
              <a:t>公式素材を使うときは権利確認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チケット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59791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21970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80263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会場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¥X,XXX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32588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507492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534695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96874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655167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84632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84632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¥6,500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07492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7492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321040" y="1371600"/>
            <a:ext cx="3474720" cy="4206240"/>
          </a:xfrm>
          <a:prstGeom prst="roundRect">
            <a:avLst>
              <a:gd name="adj" fmla="val 2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8823960" y="2377440"/>
            <a:ext cx="2020824" cy="893825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095994" y="1833372"/>
            <a:ext cx="1165860" cy="1088136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717786" y="1949958"/>
            <a:ext cx="1049274" cy="97155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10300716" y="2183130"/>
            <a:ext cx="777240" cy="77724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95360" y="32004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配信+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3749039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000000"/>
                </a:solidFill>
                <a:latin typeface="Yu Gothic"/>
              </a:rPr>
              <a:t>¥7,500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823960" y="4663440"/>
            <a:ext cx="246888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823960" y="4754880"/>
            <a:ext cx="2468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8EC"/>
                </a:solidFill>
                <a:latin typeface="Yu Gothic"/>
              </a:rPr>
              <a:t>とる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ニュース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4400" y="114300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8720" y="132588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920240" y="1371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05.01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0" y="134416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雲グッズ公開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2103120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88720" y="228600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920240" y="233172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04.20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230428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配信チケ開始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14400" y="306323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188720" y="324612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920240" y="329183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04.01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0" y="3264408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マップ更新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4400" y="402335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188720" y="4206240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920240" y="425195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03.15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114800" y="422452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ゲスト発表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14400" y="4983479"/>
            <a:ext cx="10241280" cy="822960"/>
          </a:xfrm>
          <a:prstGeom prst="roundRect">
            <a:avLst>
              <a:gd name="adj" fmla="val 50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188720" y="5166359"/>
            <a:ext cx="457200" cy="45720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920240" y="5212079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AA1414"/>
                </a:solidFill>
                <a:latin typeface="Yu Gothic"/>
              </a:rPr>
              <a:t>02.01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0" y="5184647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0000"/>
                </a:solidFill>
                <a:latin typeface="Yu Gothic"/>
              </a:rPr>
              <a:t>特設オープン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D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457200" y="-365760"/>
            <a:ext cx="7315200" cy="292608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858000" y="-182880"/>
            <a:ext cx="6400800" cy="256032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-457200" y="5120640"/>
            <a:ext cx="13258800" cy="2194560"/>
          </a:xfrm>
          <a:prstGeom prst="roundRect">
            <a:avLst>
              <a:gd name="adj" fmla="val 50000"/>
            </a:avLst>
          </a:prstGeom>
          <a:solidFill>
            <a:srgbClr val="FFE3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1097280"/>
            <a:ext cx="2734056" cy="1209293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2365" y="361188"/>
            <a:ext cx="1577339" cy="1472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483613" y="518922"/>
            <a:ext cx="1419606" cy="131445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72283" y="834390"/>
            <a:ext cx="1051560" cy="105156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961120" y="868680"/>
            <a:ext cx="2377440" cy="10515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9281160" y="228600"/>
            <a:ext cx="1371600" cy="12801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12680" y="365759"/>
            <a:ext cx="1234440" cy="11430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698480" y="640080"/>
            <a:ext cx="914400" cy="9144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00800" y="5349240"/>
            <a:ext cx="2258568" cy="99898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04838" y="4741164"/>
            <a:ext cx="1303019" cy="1216151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99781" y="4871466"/>
            <a:ext cx="1172718" cy="108585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051292" y="5132070"/>
            <a:ext cx="868680" cy="868680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280160" y="5623560"/>
            <a:ext cx="1901952" cy="84124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536192" y="5111496"/>
            <a:ext cx="1097280" cy="102412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121408" y="5221224"/>
            <a:ext cx="987552" cy="9144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670048" y="5440680"/>
            <a:ext cx="731520" cy="7315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011680" y="1371600"/>
            <a:ext cx="512064" cy="51206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241280" y="1097280"/>
            <a:ext cx="658368" cy="658368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943600" y="5852160"/>
            <a:ext cx="402336" cy="402336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509760" y="5303520"/>
            <a:ext cx="548640" cy="548640"/>
          </a:xfrm>
          <a:prstGeom prst="ellipse">
            <a:avLst/>
          </a:prstGeom>
          <a:solidFill>
            <a:srgbClr val="FFD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474720" y="4754880"/>
            <a:ext cx="329184" cy="329184"/>
          </a:xfrm>
          <a:prstGeom prst="ellipse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2960" y="4114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AA1414"/>
                </a:solidFill>
                <a:latin typeface="Yu Gothic"/>
              </a:rPr>
              <a:t>リンク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296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46304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X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0332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343400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70332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YouTube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79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722375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79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BOOTH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464040" y="2103120"/>
            <a:ext cx="2651760" cy="2377440"/>
          </a:xfrm>
          <a:prstGeom prst="roundRect">
            <a:avLst>
              <a:gd name="adj" fmla="val 35000"/>
            </a:avLst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104119" y="2468880"/>
            <a:ext cx="1371600" cy="109728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464040" y="3840480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0000"/>
                </a:solidFill>
                <a:latin typeface="Yu Gothic"/>
              </a:rPr>
              <a:t>Site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2560320"/>
            <a:ext cx="3803904" cy="168249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609343" y="1536192"/>
            <a:ext cx="2194560" cy="2048255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779776" y="1755647"/>
            <a:ext cx="1975104" cy="18288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877056" y="2194560"/>
            <a:ext cx="1463040" cy="146304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572000" y="2011680"/>
            <a:ext cx="4517136" cy="199796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80076" y="795528"/>
            <a:ext cx="2606039" cy="2432303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569964" y="1056132"/>
            <a:ext cx="2345436" cy="217170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872983" y="1577340"/>
            <a:ext cx="1737360" cy="1737360"/>
          </a:xfrm>
          <a:prstGeom prst="ellipse">
            <a:avLst/>
          </a:prstGeom>
          <a:solidFill>
            <a:srgbClr val="FFD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229600" y="2743200"/>
            <a:ext cx="3566160" cy="15773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709660" y="1783080"/>
            <a:ext cx="2057400" cy="1920239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806940" y="1988819"/>
            <a:ext cx="1851660" cy="17145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835640" y="2400300"/>
            <a:ext cx="1371600" cy="1371600"/>
          </a:xfrm>
          <a:prstGeom prst="ellipse">
            <a:avLst/>
          </a:prstGeom>
          <a:solidFill>
            <a:srgbClr val="FFF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000000"/>
                </a:solidFill>
                <a:latin typeface="Yu Gothic"/>
              </a:rPr>
              <a:t>ありがとう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50292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1414"/>
                </a:solidFill>
                <a:latin typeface="Yu Gothic"/>
              </a:rPr>
              <a:t>Wishing Umbrella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