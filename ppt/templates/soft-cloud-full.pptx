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3F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7FD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5C3D4A"/>
                </a:solidFill>
                <a:latin typeface="Yu Gothic"/>
              </a:rPr>
              <a:t>ふわふわアンブレラ世界観（MV寄り）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6574"/>
                </a:solidFill>
                <a:latin typeface="Yu Gothic"/>
              </a:rPr>
              <a:t>傘の下のふわふわ秘密基地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6E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3F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8A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8A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もくじ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887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533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01  雲のかたち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201168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21762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02  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83464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2999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03  やわらかUI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65760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04  配信・告知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48056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645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05  グッズ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3035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4681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06  ありがとう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A0B0"/>
                </a:solidFill>
                <a:latin typeface="Yu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C3D4A"/>
                </a:solidFill>
                <a:latin typeface="Yu Gothic"/>
              </a:rPr>
              <a:t>コンセプト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6574"/>
                </a:solidFill>
                <a:latin typeface="Yu Gothic"/>
              </a:rPr>
              <a:t>WISHING FLUFFY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C3D4A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3D4A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A0B0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C3D4A"/>
                </a:solidFill>
                <a:latin typeface="Yu Gothic"/>
              </a:rPr>
              <a:t>おしらせ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6574"/>
                </a:solidFill>
                <a:latin typeface="Yu Gothic"/>
              </a:rPr>
              <a:t>INFO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A0B0"/>
                </a:solidFill>
                <a:latin typeface="Yu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C3D4A"/>
                </a:solidFill>
                <a:latin typeface="Yu Gothic"/>
              </a:rPr>
              <a:t>出演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6574"/>
                </a:solidFill>
                <a:latin typeface="Yu Gothic"/>
              </a:rPr>
              <a:t>CAST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出演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303520" cy="4846320"/>
          </a:xfrm>
          <a:prstGeom prst="roundRect">
            <a:avLst>
              <a:gd name="adj" fmla="val 22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20240" y="1737360"/>
            <a:ext cx="2926080" cy="29260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846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C3D4A"/>
                </a:solidFill>
                <a:latin typeface="Yu Gothic"/>
              </a:rPr>
              <a:t>メイン（まるい枠）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18872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75120" y="1463040"/>
            <a:ext cx="960120" cy="960120"/>
          </a:xfrm>
          <a:prstGeom prst="ellipse">
            <a:avLst/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ゲストA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88036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75120" y="3154680"/>
            <a:ext cx="960120" cy="960120"/>
          </a:xfrm>
          <a:prstGeom prst="ellipse">
            <a:avLst/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ゲストB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57200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20" y="4846320"/>
            <a:ext cx="960120" cy="960120"/>
          </a:xfrm>
          <a:prstGeom prst="ellipse">
            <a:avLst/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ゲストC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A0B0"/>
                </a:solidFill>
                <a:latin typeface="Yu Gothic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C3D4A"/>
                </a:solidFill>
                <a:latin typeface="Yu Gothic"/>
              </a:rPr>
              <a:t>グッズ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6574"/>
                </a:solidFill>
                <a:latin typeface="Yu Gothic"/>
              </a:rPr>
              <a:t>GOODS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グッズ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08760" y="1508760"/>
            <a:ext cx="164592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ぬい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74920" y="1508760"/>
            <a:ext cx="164592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アクリル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1080" y="1508760"/>
            <a:ext cx="164592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Tシャツ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08760" y="4160520"/>
            <a:ext cx="164592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うちわ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74920" y="4160520"/>
            <a:ext cx="164592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ステッカー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1080" y="4160520"/>
            <a:ext cx="164592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セット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A0B0"/>
                </a:solidFill>
                <a:latin typeface="Yu Gothic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C3D4A"/>
                </a:solidFill>
                <a:latin typeface="Yu Gothic"/>
              </a:rPr>
              <a:t>チケット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6574"/>
                </a:solidFill>
                <a:latin typeface="Yu Gothic"/>
              </a:rPr>
              <a:t>TICKET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2A0B0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C3D4A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2A0B0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C3D4A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2A0B0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C3D4A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1005840"/>
            <a:ext cx="10241280" cy="4754880"/>
          </a:xfrm>
          <a:prstGeom prst="roundRect">
            <a:avLst>
              <a:gd name="adj" fmla="val 2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A0B0"/>
                </a:solidFill>
                <a:latin typeface="Yu Gothic"/>
              </a:rPr>
              <a:t>配信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94560"/>
            <a:ext cx="411480" cy="4114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2148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ゆるっと観られる配信枠の案内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71800"/>
            <a:ext cx="411480" cy="4114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アーカイブはふわっと期限まで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11480" cy="4114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456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チャットもやさしい温度感で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26279"/>
            <a:ext cx="411480" cy="4114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9456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公式素材を使うときは権利確認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ニュース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4300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8720" y="1325880"/>
            <a:ext cx="457200" cy="4572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05.01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13441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雲グッズ公開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10312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8720" y="2286000"/>
            <a:ext cx="457200" cy="4572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04.20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3042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配信チケ開始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306323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8720" y="3246120"/>
            <a:ext cx="457200" cy="4572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32918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04.01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2644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マップ更新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02335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88720" y="4206240"/>
            <a:ext cx="457200" cy="4572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03.15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422452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ゲスト発表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498347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8720" y="5166359"/>
            <a:ext cx="457200" cy="4572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0" y="5212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02.01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18464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特設オープン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5029200"/>
            <a:ext cx="3328415" cy="1472184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62456" y="4133088"/>
            <a:ext cx="1920239" cy="1792223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86584" y="4325112"/>
            <a:ext cx="1728216" cy="16002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46703" y="4709160"/>
            <a:ext cx="1280160" cy="128016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1097280"/>
            <a:ext cx="3090672" cy="1367028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45652" y="265176"/>
            <a:ext cx="1783080" cy="1664207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96628" y="443483"/>
            <a:ext cx="1604772" cy="14859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88167" y="800100"/>
            <a:ext cx="1188720" cy="118872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45920" y="2103120"/>
            <a:ext cx="8869680" cy="256032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65176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C3D4A"/>
                </a:solidFill>
                <a:latin typeface="Yu Gothic"/>
              </a:rPr>
              <a:t>“ふわっとした一言をここへ”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8404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2A0B0"/>
                </a:solidFill>
                <a:latin typeface="Yu Gothic"/>
              </a:rPr>
              <a:t>— soft quote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ふたつ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左の雲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3D4A"/>
                </a:solidFill>
                <a:latin typeface="Yu Gothic"/>
              </a:rPr>
              <a:t>説明をやわらかく。箇条書きより短い段落が似合う。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右の雲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3D4A"/>
                </a:solidFill>
                <a:latin typeface="Yu Gothic"/>
              </a:rPr>
              <a:t>FAQやリンクも、角ばった表にせず丸い面に載せる。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463040" y="914400"/>
            <a:ext cx="9235440" cy="4937760"/>
          </a:xfrm>
          <a:prstGeom prst="roundRect">
            <a:avLst>
              <a:gd name="adj" fmla="val 2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14800" y="1828800"/>
            <a:ext cx="3931920" cy="29260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502920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3D4A"/>
                </a:solidFill>
                <a:latin typeface="Yu Gothic"/>
              </a:rPr>
              <a:t>まるいフォト枠 / KEY VISUAL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アクセス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6766560" cy="4754880"/>
          </a:xfrm>
          <a:prstGeom prst="roundRect">
            <a:avLst>
              <a:gd name="adj" fmla="val 22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16459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C3D4A"/>
                </a:solidFill>
                <a:latin typeface="Yu Gothic"/>
              </a:rPr>
              <a:t>会場名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237744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3D4A"/>
                </a:solidFill>
                <a:latin typeface="Yu Gothic"/>
              </a:rPr>
              <a:t>住所や最寄駅をやさしい文で。
動線も短く。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1188720"/>
            <a:ext cx="3566160" cy="4754880"/>
          </a:xfrm>
          <a:prstGeom prst="roundRect">
            <a:avLst>
              <a:gd name="adj" fmla="val 25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320040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25078" y="259232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20022" y="272262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71532" y="298323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937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3D4A"/>
                </a:solidFill>
                <a:latin typeface="Yu Gothic"/>
              </a:rPr>
              <a:t>MAP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914400"/>
            <a:ext cx="10241280" cy="4937760"/>
          </a:xfrm>
          <a:prstGeom prst="roundRect">
            <a:avLst>
              <a:gd name="adj" fmla="val 2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A0B0"/>
                </a:solidFill>
                <a:latin typeface="Yu Gothic"/>
              </a:rPr>
              <a:t>注意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03120"/>
            <a:ext cx="457200" cy="4572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公式素材の利用条件を確認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26079"/>
            <a:ext cx="457200" cy="4572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2926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角ばったマネより、丸みを優先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57200" cy="4572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1スライドに情報を詰めすぎない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72000"/>
            <a:ext cx="457200" cy="4572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影はふわっと、線は細くしすぎない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リンク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2468880"/>
            <a:ext cx="137160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43400" y="2468880"/>
            <a:ext cx="137160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79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3759" y="2468880"/>
            <a:ext cx="137160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BOOTH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4119" y="2468880"/>
            <a:ext cx="137160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Site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914400"/>
            <a:ext cx="4114800" cy="41148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65760"/>
            <a:ext cx="2926080" cy="2926080"/>
          </a:xfrm>
          <a:prstGeom prst="ellipse">
            <a:avLst/>
          </a:prstGeom>
          <a:solidFill>
            <a:srgbClr val="F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73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3D4A"/>
                </a:solidFill>
                <a:latin typeface="Yu Gothic"/>
              </a:rPr>
              <a:t>File   Edit   View   Tools   Help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731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5C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914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09959" y="731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5C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9959" y="914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16002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5C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0" y="1783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09959" y="16002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5C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09959" y="1783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2468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5C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09959" y="2468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5C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09959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11887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F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54480" y="137160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5C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71600" y="11887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F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1188720"/>
            <a:ext cx="7772400" cy="502920"/>
          </a:xfrm>
          <a:prstGeom prst="rect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00200" y="1325880"/>
            <a:ext cx="201168" cy="201168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20240" y="1325880"/>
            <a:ext cx="201168" cy="201168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40280" y="1325880"/>
            <a:ext cx="201168" cy="201168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126187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9F5"/>
                </a:solidFill>
                <a:latin typeface="Yu Gothic"/>
              </a:rPr>
              <a:t>Uindows Desktop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201168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タイトルバー色分け（red / gray / blue / yellow）
ずれた影 10×10
デスクトップアイコン 72px角丸
コーラルの壁紙＋白い幾何学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0" y="2011680"/>
            <a:ext cx="5760720" cy="2926080"/>
          </a:xfrm>
          <a:prstGeom prst="roundRect">
            <a:avLst>
              <a:gd name="adj" fmla="val 2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237744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2A0B0"/>
                </a:solidFill>
                <a:latin typeface="Yu Gothic"/>
              </a:rPr>
              <a:t>Uindow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108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C3D4A"/>
                </a:solidFill>
                <a:latin typeface="Yu Gothic"/>
              </a:rPr>
              <a:t>Login to fluffy desktop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3840480"/>
            <a:ext cx="2834640" cy="594360"/>
          </a:xfrm>
          <a:prstGeom prst="roundRect">
            <a:avLst>
              <a:gd name="adj" fmla="val 50000"/>
            </a:avLst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3931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9F5"/>
                </a:solidFill>
                <a:latin typeface="Yu Gothic"/>
              </a:rPr>
              <a:t>ログイン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0" y="1828800"/>
            <a:ext cx="7040880" cy="32004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228600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2A0B0"/>
                </a:solidFill>
                <a:latin typeface="Yu Gothic"/>
              </a:rPr>
              <a:t>コンタクト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10896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C3D4A"/>
                </a:solidFill>
                <a:latin typeface="Yu Gothic"/>
              </a:rPr>
              <a:t>info@example.com
やさしい文言で案内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5C3D4A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2A0B0"/>
                </a:solidFill>
                <a:latin typeface="Yu Gothic"/>
              </a:rPr>
              <a:t>Wishing Fluffy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