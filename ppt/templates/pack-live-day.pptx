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2926080"/>
            <a:ext cx="4279392" cy="18928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62072" y="1773936"/>
            <a:ext cx="2468880" cy="23042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78808" y="2020824"/>
            <a:ext cx="2221992" cy="2057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13248" y="2514600"/>
            <a:ext cx="1645920" cy="1645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2560320"/>
            <a:ext cx="3803904" cy="168249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12864" y="1536192"/>
            <a:ext cx="2194560" cy="204825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83296" y="1755647"/>
            <a:ext cx="1975104" cy="18288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80576" y="2194560"/>
            <a:ext cx="1463040" cy="14630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A3A44"/>
                </a:solidFill>
                <a:latin typeface="Yu Gothic"/>
              </a:rPr>
              <a:t>pack-live-day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7FD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C3D4A"/>
                </a:solidFill>
                <a:latin typeface="Yu Gothic"/>
              </a:rPr>
              <a:t>ふわふわアンブレラ世界観（MV寄り）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6574"/>
                </a:solidFill>
                <a:latin typeface="Yu Gothic"/>
              </a:rPr>
              <a:t>warm peach glow / fluffy cute / blue umbrella / soft bokeh / magical rainy day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6E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3D4A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0B0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5C3D4A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2A0B0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01E1E"/>
                </a:solidFill>
                <a:latin typeface="Yu Gothic"/>
              </a:rPr>
              <a:t>5th Anniversary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5A5A"/>
                </a:solidFill>
                <a:latin typeface="Yu Gothic"/>
              </a:rPr>
              <a:t>bright memorial hub / warm sand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01E1E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644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01E1E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63644"/>
                </a:solidFill>
                <a:latin typeface="Yu Gothic"/>
              </a:rPr>
              <a:t>5th Anniversary Hub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3C3034"/>
                </a:solidFill>
                <a:latin typeface="Yu Gothic"/>
              </a:rPr>
              <a:t>5th Anniversary Live masterpiece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92A"/>
                </a:solidFill>
                <a:latin typeface="Yu Gothic"/>
              </a:rPr>
              <a:t>gallery / cream paper / framed art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C3034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73E54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C3034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73E54"/>
                </a:solidFill>
                <a:latin typeface="Yu Gothic"/>
              </a:rPr>
              <a:t>masterpiece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97F6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8077"/>
                </a:solidFill>
                <a:latin typeface="Yu Gothic"/>
              </a:rPr>
              <a:t>ういんどうず風デスクトップOS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6A3A8"/>
                </a:solidFill>
                <a:latin typeface="Yu Gothic"/>
              </a:rPr>
              <a:t>coral desktop / chunky offset shadow / colored titlebars / taupe icons / soft OS parody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A8077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7B87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8A8077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7B87"/>
                </a:solidFill>
                <a:latin typeface="Yu Gothic"/>
              </a:rPr>
              <a:t>Uindows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82828"/>
                </a:solidFill>
                <a:latin typeface="Yu Gothic"/>
              </a:rPr>
              <a:t>しぐれうい展 Uitopia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4"/>
                </a:solidFill>
                <a:latin typeface="Yu Gothic"/>
              </a:rPr>
              <a:t>desktop OS / folder / pixel UI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82828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4B78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82828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4B78"/>
                </a:solidFill>
                <a:latin typeface="Yu Gothic"/>
              </a:rPr>
              <a:t>Uitopia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8EC"/>
                </a:solidFill>
                <a:latin typeface="Yu Gothic"/>
              </a:rPr>
              <a:t>Birthday Live Wishing Umbrella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0000"/>
                </a:solidFill>
                <a:latin typeface="Yu Gothic"/>
              </a:rPr>
              <a:t>circus-red / umbrella / night festival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A1414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0000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1414"/>
                </a:solidFill>
                <a:latin typeface="Yu Gothic"/>
              </a:rPr>
              <a:t>Wishing Umbrella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