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474720" y="2560320"/>
            <a:ext cx="4754880" cy="21031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0" y="1280160"/>
            <a:ext cx="2743200" cy="2560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577840" y="1554479"/>
            <a:ext cx="2468880" cy="22860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0" y="2103120"/>
            <a:ext cx="1828800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Starter Kit — Soft Cloud First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5C3D4A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3D4A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2A0B0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2A0B0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A0B0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5C3D4A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657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01E1E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01E1E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6364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6364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364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01E1E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65A5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3C3034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034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73E5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D73E5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D73E5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3C3034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C292A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8A8077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8A8077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7B87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7B87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7B87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8A8077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6A3A8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282828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82828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C4B78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C4B78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C4B78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82828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646464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傘の下のふわふわ秘密基地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もくじ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887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533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01  雲のかたち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201168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80160" y="217627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02  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83464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80160" y="299923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03  やわらかUI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65760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82219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04  配信・告知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48056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464515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05  グッズ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5303520"/>
            <a:ext cx="10241280" cy="68580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80160" y="5468112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06  ありがとう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コンセプト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31520" y="914400"/>
            <a:ext cx="6766560" cy="4937760"/>
          </a:xfrm>
          <a:prstGeom prst="roundRect">
            <a:avLst>
              <a:gd name="adj" fmla="val 22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1280160"/>
            <a:ext cx="6035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コンセプト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1828800"/>
            <a:ext cx="6035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0000"/>
                </a:solidFill>
                <a:latin typeface="Yu Gothic"/>
              </a:rPr>
              <a:t>丸くて、雲みたいな。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017520"/>
            <a:ext cx="6035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0000"/>
                </a:solidFill>
                <a:latin typeface="Yu Gothic"/>
              </a:rPr>
              <a:t>角ばった枠や細い線で真似するより、ふくらんだシルエットとやさしい色面で雰囲気をつくる。</a:t>
            </a:r>
          </a:p>
        </p:txBody>
      </p:sp>
      <p:sp>
        <p:nvSpPr>
          <p:cNvPr id="31" name="Oval 30"/>
          <p:cNvSpPr/>
          <p:nvPr/>
        </p:nvSpPr>
        <p:spPr>
          <a:xfrm>
            <a:off x="7863840" y="2560320"/>
            <a:ext cx="3328415" cy="1472184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311896" y="1664207"/>
            <a:ext cx="1920239" cy="179222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36024" y="1856231"/>
            <a:ext cx="1728216" cy="16002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296144" y="2240279"/>
            <a:ext cx="128016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412480" y="4114800"/>
            <a:ext cx="2377440" cy="10515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32519" y="3474720"/>
            <a:ext cx="1371600" cy="128016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64040" y="3611880"/>
            <a:ext cx="1234440" cy="11430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49840" y="3886200"/>
            <a:ext cx="914400" cy="9144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おしらせ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INFO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おしらせ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09728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80160" y="13258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TITLE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12984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まるい雲サンプル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205740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22860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225856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ふわふわデイ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" y="3017520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80160" y="3246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PLACE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74720" y="321868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ピンクスカイ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" y="397763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8016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STREAM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74720" y="417880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ゆるっと配信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937759"/>
            <a:ext cx="10241280" cy="822960"/>
          </a:xfrm>
          <a:prstGeom prst="roundRect">
            <a:avLst>
              <a:gd name="adj" fmla="val 4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80160" y="51663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A1414"/>
                </a:solidFill>
                <a:latin typeface="Yu Gothic"/>
              </a:rPr>
              <a:t>NOTE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74720" y="5138927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公式KVは使わず、形と色で寄せる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スケジュール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12:00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準備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56032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97180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5176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15:30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5176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OPEN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8056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89204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17:00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START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812280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18:30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休憩雲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2104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73251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19:30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盛り上がり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241280" y="1828800"/>
            <a:ext cx="1783080" cy="329184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652759" y="2148840"/>
            <a:ext cx="960120" cy="96012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332719" y="329184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AA1414"/>
                </a:solidFill>
                <a:latin typeface="Yu Gothic"/>
              </a:rPr>
              <a:t>20:15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32719" y="3840480"/>
            <a:ext cx="1600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END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" y="5303520"/>
            <a:ext cx="3090672" cy="1367028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3252" y="4471416"/>
            <a:ext cx="1783080" cy="1664207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4228" y="4649724"/>
            <a:ext cx="1604772" cy="14859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15768" y="5006340"/>
            <a:ext cx="1188720" cy="118872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0" y="914400"/>
            <a:ext cx="2852928" cy="126187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070848" y="146304"/>
            <a:ext cx="1645919" cy="1536192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948672" y="310896"/>
            <a:ext cx="1481328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71632" y="640080"/>
            <a:ext cx="1097280" cy="109728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011680" y="2011680"/>
            <a:ext cx="8138160" cy="2743200"/>
          </a:xfrm>
          <a:prstGeom prst="roundRect">
            <a:avLst>
              <a:gd name="adj" fmla="val 3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888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AA1414"/>
                </a:solidFill>
                <a:latin typeface="Yu Gothic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68880" y="28346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0000"/>
                </a:solidFill>
                <a:latin typeface="Yu Gothic"/>
              </a:rPr>
              <a:t>出演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2D0000"/>
                </a:solidFill>
                <a:latin typeface="Yu Gothic"/>
              </a:rPr>
              <a:t>CAST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