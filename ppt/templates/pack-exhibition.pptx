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2926080"/>
            <a:ext cx="4279392" cy="18928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62072" y="1773936"/>
            <a:ext cx="2468880" cy="2304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78808" y="2020824"/>
            <a:ext cx="2221992" cy="2057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13248" y="25146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2560320"/>
            <a:ext cx="3803904" cy="168249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12864" y="1536192"/>
            <a:ext cx="2194560" cy="204825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3296" y="1755647"/>
            <a:ext cx="1975104" cy="18288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0576" y="2194560"/>
            <a:ext cx="1463040" cy="14630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pack-exhibition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warm peach glow / fluffy cute / blue umbrella / soft bokeh / magical rainy day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D4A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3D4A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3D4A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0B0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C3D4A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bright memorial hub / warm sand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1E1E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01E1E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E1E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364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01E1E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gallery / cream paper / framed art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C3034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C3034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C3034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73E5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C3034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coral desktop / chunky offset shadow / colored titlebars / taupe icons / soft OS parody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A8077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8077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077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7B87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8077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desktop OS / folder / pixel UI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82828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C4B78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82828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circus-red / umbrella / night festival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141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