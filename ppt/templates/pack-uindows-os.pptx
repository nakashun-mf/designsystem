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0" y="2743200"/>
            <a:ext cx="4279392" cy="1892807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33672" y="1591056"/>
            <a:ext cx="2468880" cy="2304288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50408" y="1837943"/>
            <a:ext cx="2221992" cy="205740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84848" y="2331720"/>
            <a:ext cx="1645920" cy="164592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A3A44"/>
                </a:solidFill>
                <a:latin typeface="Yu Gothic"/>
              </a:rPr>
              <a:t>Uindows OS Pack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2011680"/>
            <a:ext cx="5760720" cy="2926080"/>
          </a:xfrm>
          <a:prstGeom prst="roundRect">
            <a:avLst>
              <a:gd name="adj" fmla="val 20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3774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7B87"/>
                </a:solidFill>
                <a:latin typeface="Yu Gothic"/>
              </a:rPr>
              <a:t>Uindow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A8077"/>
                </a:solidFill>
                <a:latin typeface="Yu Gothic"/>
              </a:rPr>
              <a:t>Login to fluffy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840480"/>
            <a:ext cx="283464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931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0ED"/>
                </a:solidFill>
                <a:latin typeface="Yu Gothic"/>
              </a:rPr>
              <a:t>ログイン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914400"/>
            <a:ext cx="4114800" cy="411480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65760"/>
            <a:ext cx="2926080" cy="2926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8077"/>
                </a:solidFill>
                <a:latin typeface="Yu Gothic"/>
              </a:rPr>
              <a:t>File   Edit   View   Tools   Help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09959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9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09959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9959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09959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09959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137160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8A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1188720"/>
            <a:ext cx="7772400" cy="50292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1325880"/>
            <a:ext cx="201168" cy="201168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20240" y="1325880"/>
            <a:ext cx="201168" cy="201168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40280" y="1325880"/>
            <a:ext cx="201168" cy="201168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12618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0ED"/>
                </a:solidFill>
                <a:latin typeface="Yu Gothic"/>
              </a:rPr>
              <a:t>Uindows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0116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タイトルバー色分け（red / gray / blue / yellow）
ずれた影 10×10
デスクトップアイコン 72px角丸
コーラルの壁紙＋白い幾何学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A8077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8A8077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7B87"/>
                </a:solidFill>
                <a:latin typeface="Yu Gothic"/>
              </a:rPr>
              <a:t>Uindows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