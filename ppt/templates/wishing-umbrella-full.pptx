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1645920"/>
            <a:ext cx="9875520" cy="3474720"/>
          </a:xfrm>
          <a:prstGeom prst="roundRect">
            <a:avLst>
              <a:gd name="adj" fmla="val 2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1874519"/>
            <a:ext cx="256032" cy="256032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01952" y="1874519"/>
            <a:ext cx="256032" cy="256032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49424" y="1874519"/>
            <a:ext cx="256032" cy="256032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96896" y="1874519"/>
            <a:ext cx="256032" cy="256032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44368" y="1874519"/>
            <a:ext cx="256032" cy="256032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21945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A1414"/>
                </a:solidFill>
                <a:latin typeface="Georgia"/>
              </a:rPr>
              <a:t>WISHING UMBRELLA MOOD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265176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8EC"/>
                </a:solidFill>
                <a:latin typeface="Yu Gothic"/>
              </a:rPr>
              <a:t>Birthday Live Wishing Umbrella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931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0000"/>
                </a:solidFill>
                <a:latin typeface="Yu Gothic"/>
              </a:rPr>
              <a:t>傘の下のふわふわ秘密基地</a:t>
            </a:r>
          </a:p>
        </p:txBody>
      </p:sp>
      <p:sp>
        <p:nvSpPr>
          <p:cNvPr id="36" name="Oval 35"/>
          <p:cNvSpPr/>
          <p:nvPr/>
        </p:nvSpPr>
        <p:spPr>
          <a:xfrm>
            <a:off x="9326880" y="2286000"/>
            <a:ext cx="1728216" cy="1104138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26880" y="2718054"/>
            <a:ext cx="1728216" cy="432054"/>
          </a:xfrm>
          <a:prstGeom prst="roundRect">
            <a:avLst>
              <a:gd name="adj" fmla="val 2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42982" y="3102102"/>
            <a:ext cx="76809" cy="816102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75773" y="3774186"/>
            <a:ext cx="268833" cy="268833"/>
          </a:xfrm>
          <a:prstGeom prst="ellipse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AA1414"/>
                </a:solidFill>
                <a:latin typeface="Yu Gothic"/>
              </a:rPr>
              <a:t>もくじ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18872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135331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01  雲のかたち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201168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0" y="21762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02  色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283464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0160" y="2999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03  やわらかUI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65760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822191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04  配信・告知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448056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46451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05  グッズ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" y="530352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80160" y="546811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06  ありがとう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A1414"/>
                </a:solidFill>
                <a:latin typeface="Yu Gothi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Yu Gothic"/>
              </a:rPr>
              <a:t>コンセプト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0000"/>
                </a:solidFill>
                <a:latin typeface="Yu Gothic"/>
              </a:rPr>
              <a:t>WISHING FLUFFY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" y="914400"/>
            <a:ext cx="6766560" cy="4937760"/>
          </a:xfrm>
          <a:prstGeom prst="roundRect">
            <a:avLst>
              <a:gd name="adj" fmla="val 22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12801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A1414"/>
                </a:solidFill>
                <a:latin typeface="Yu Gothic"/>
              </a:rPr>
              <a:t>コンセプト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182880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Yu Gothic"/>
              </a:rPr>
              <a:t>丸くて、雲みたいな。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017520"/>
            <a:ext cx="6035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Yu Gothic"/>
              </a:rPr>
              <a:t>角ばった枠や細い線で真似するより、ふくらんだシルエットとやさしい色面で雰囲気をつくる。</a:t>
            </a:r>
          </a:p>
        </p:txBody>
      </p:sp>
      <p:sp>
        <p:nvSpPr>
          <p:cNvPr id="31" name="Oval 30"/>
          <p:cNvSpPr/>
          <p:nvPr/>
        </p:nvSpPr>
        <p:spPr>
          <a:xfrm>
            <a:off x="7863840" y="2560320"/>
            <a:ext cx="3328415" cy="1472184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11896" y="1664207"/>
            <a:ext cx="1920239" cy="179222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336024" y="1856231"/>
            <a:ext cx="1728216" cy="1600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296144" y="2240279"/>
            <a:ext cx="128016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12480" y="4114800"/>
            <a:ext cx="2377440" cy="105156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32519" y="3474720"/>
            <a:ext cx="1371600" cy="128016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464040" y="3611880"/>
            <a:ext cx="1234440" cy="114300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49840" y="3886200"/>
            <a:ext cx="914400" cy="91440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A1414"/>
                </a:solidFill>
                <a:latin typeface="Yu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Yu Gothic"/>
              </a:rPr>
              <a:t>おしらせ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0000"/>
                </a:solidFill>
                <a:latin typeface="Yu Gothic"/>
              </a:rPr>
              <a:t>INFO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AA1414"/>
                </a:solidFill>
                <a:latin typeface="Yu Gothic"/>
              </a:rPr>
              <a:t>おしらせ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09728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1325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A1414"/>
                </a:solidFill>
                <a:latin typeface="Yu Gothic"/>
              </a:rPr>
              <a:t>TITLE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129844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まるい雲サンプル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205740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A1414"/>
                </a:solidFill>
                <a:latin typeface="Yu Gothic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225856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ふわふわデイ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01752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246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A1414"/>
                </a:solidFill>
                <a:latin typeface="Yu Gothic"/>
              </a:rPr>
              <a:t>PLACE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321868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ピンクスカイ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397763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A1414"/>
                </a:solidFill>
                <a:latin typeface="Yu Gothic"/>
              </a:rPr>
              <a:t>STREAM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417880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ゆるっと配信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93775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80160" y="51663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A1414"/>
                </a:solidFill>
                <a:latin typeface="Yu Gothic"/>
              </a:rPr>
              <a:t>NOTE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513892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公式KVは使わず、形と色で寄せる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AA1414"/>
                </a:solidFill>
                <a:latin typeface="Yu Gothic"/>
              </a:rPr>
              <a:t>スケジュール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5156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19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AA1414"/>
                </a:solidFill>
                <a:latin typeface="Yu Gothic"/>
              </a:rPr>
              <a:t>12:00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19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準備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6032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7180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AA1414"/>
                </a:solidFill>
                <a:latin typeface="Yu Gothic"/>
              </a:rPr>
              <a:t>15:30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OPEN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8056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89204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AA1414"/>
                </a:solidFill>
                <a:latin typeface="Yu Gothic"/>
              </a:rPr>
              <a:t>17:00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START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81228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AA1414"/>
                </a:solidFill>
                <a:latin typeface="Yu Gothic"/>
              </a:rPr>
              <a:t>18:30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休憩雲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2104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732519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AA1414"/>
                </a:solidFill>
                <a:latin typeface="Yu Gothic"/>
              </a:rPr>
              <a:t>19:30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盛り上がり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24128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652759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32719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AA1414"/>
                </a:solidFill>
                <a:latin typeface="Yu Gothic"/>
              </a:rPr>
              <a:t>20:15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19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END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A1414"/>
                </a:solidFill>
                <a:latin typeface="Yu Gothi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Yu Gothic"/>
              </a:rPr>
              <a:t>出演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0000"/>
                </a:solidFill>
                <a:latin typeface="Yu Gothic"/>
              </a:rPr>
              <a:t>CAST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AA1414"/>
                </a:solidFill>
                <a:latin typeface="Yu Gothic"/>
              </a:rPr>
              <a:t>出演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5303520" cy="4846320"/>
          </a:xfrm>
          <a:prstGeom prst="roundRect">
            <a:avLst>
              <a:gd name="adj" fmla="val 22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20240" y="1737360"/>
            <a:ext cx="2926080" cy="29260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846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  <a:latin typeface="Yu Gothic"/>
              </a:rPr>
              <a:t>メイン（まるい枠）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1188720"/>
            <a:ext cx="4937760" cy="1508760"/>
          </a:xfrm>
          <a:prstGeom prst="roundRect">
            <a:avLst>
              <a:gd name="adj" fmla="val 4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75120" y="1463040"/>
            <a:ext cx="960120" cy="960120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0" y="1691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ゲストA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2880360"/>
            <a:ext cx="4937760" cy="1508760"/>
          </a:xfrm>
          <a:prstGeom prst="roundRect">
            <a:avLst>
              <a:gd name="adj" fmla="val 4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675120" y="3154680"/>
            <a:ext cx="960120" cy="960120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3383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ゲストB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4572000"/>
            <a:ext cx="4937760" cy="1508760"/>
          </a:xfrm>
          <a:prstGeom prst="roundRect">
            <a:avLst>
              <a:gd name="adj" fmla="val 4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675120" y="4846320"/>
            <a:ext cx="960120" cy="960120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0" y="5074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ゲストC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A1414"/>
                </a:solidFill>
                <a:latin typeface="Yu Gothic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Yu Gothic"/>
              </a:rPr>
              <a:t>グッズ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0000"/>
                </a:solidFill>
                <a:latin typeface="Yu Gothic"/>
              </a:rPr>
              <a:t>GOODS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AA1414"/>
                </a:solidFill>
                <a:latin typeface="Yu Gothic"/>
              </a:rPr>
              <a:t>グッズ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508760" y="150876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ぬい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074920" y="150876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アクリル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6384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641080" y="150876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19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Tシャツ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508760" y="416052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うちわ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9768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074920" y="416052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0560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ステッカー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6384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641080" y="416052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19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セット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A1414"/>
                </a:solidFill>
                <a:latin typeface="Yu Gothic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Yu Gothic"/>
              </a:rPr>
              <a:t>チケット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0000"/>
                </a:solidFill>
                <a:latin typeface="Yu Gothic"/>
              </a:rPr>
              <a:t>TICKET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AA1414"/>
                </a:solidFill>
                <a:latin typeface="Yu Gothic"/>
              </a:rPr>
              <a:t>チケット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59791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21970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80263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A1414"/>
                </a:solidFill>
                <a:latin typeface="Yu Gothic"/>
              </a:rPr>
              <a:t>会場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Yu Gothic"/>
              </a:rPr>
              <a:t>¥X,XXX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2588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2588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8EC"/>
                </a:solidFill>
                <a:latin typeface="Yu Gothic"/>
              </a:rPr>
              <a:t>とる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7492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695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96874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5167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4632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A1414"/>
                </a:solidFill>
                <a:latin typeface="Yu Gothic"/>
              </a:rPr>
              <a:t>配信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Yu Gothic"/>
              </a:rPr>
              <a:t>¥6,500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7492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7492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8EC"/>
                </a:solidFill>
                <a:latin typeface="Yu Gothic"/>
              </a:rPr>
              <a:t>とる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2104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82396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09599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1778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0071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9536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A1414"/>
                </a:solidFill>
                <a:latin typeface="Yu Gothic"/>
              </a:rPr>
              <a:t>配信+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Yu Gothic"/>
              </a:rPr>
              <a:t>¥7,500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82396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2396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8EC"/>
                </a:solidFill>
                <a:latin typeface="Yu Gothic"/>
              </a:rPr>
              <a:t>とる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1005840"/>
            <a:ext cx="10241280" cy="4754880"/>
          </a:xfrm>
          <a:prstGeom prst="roundRect">
            <a:avLst>
              <a:gd name="adj" fmla="val 2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AA1414"/>
                </a:solidFill>
                <a:latin typeface="Yu Gothic"/>
              </a:rPr>
              <a:t>配信</a:t>
            </a:r>
          </a:p>
        </p:txBody>
      </p:sp>
      <p:sp>
        <p:nvSpPr>
          <p:cNvPr id="29" name="Oval 28"/>
          <p:cNvSpPr/>
          <p:nvPr/>
        </p:nvSpPr>
        <p:spPr>
          <a:xfrm>
            <a:off x="1554480" y="2194560"/>
            <a:ext cx="411480" cy="4114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94560" y="2148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Yu Gothic"/>
              </a:rPr>
              <a:t>ゆるっと観られる配信枠の案内</a:t>
            </a:r>
          </a:p>
        </p:txBody>
      </p:sp>
      <p:sp>
        <p:nvSpPr>
          <p:cNvPr id="31" name="Oval 30"/>
          <p:cNvSpPr/>
          <p:nvPr/>
        </p:nvSpPr>
        <p:spPr>
          <a:xfrm>
            <a:off x="1554480" y="2971800"/>
            <a:ext cx="411480" cy="4114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456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Yu Gothic"/>
              </a:rPr>
              <a:t>アーカイブはふわっと期限まで</a:t>
            </a:r>
          </a:p>
        </p:txBody>
      </p:sp>
      <p:sp>
        <p:nvSpPr>
          <p:cNvPr id="33" name="Oval 32"/>
          <p:cNvSpPr/>
          <p:nvPr/>
        </p:nvSpPr>
        <p:spPr>
          <a:xfrm>
            <a:off x="1554480" y="3749039"/>
            <a:ext cx="411480" cy="4114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94560" y="3703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Yu Gothic"/>
              </a:rPr>
              <a:t>チャットもやさしい温度感で</a:t>
            </a:r>
          </a:p>
        </p:txBody>
      </p:sp>
      <p:sp>
        <p:nvSpPr>
          <p:cNvPr id="35" name="Oval 34"/>
          <p:cNvSpPr/>
          <p:nvPr/>
        </p:nvSpPr>
        <p:spPr>
          <a:xfrm>
            <a:off x="1554480" y="4526279"/>
            <a:ext cx="411480" cy="4114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94560" y="4480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Yu Gothic"/>
              </a:rPr>
              <a:t>公式素材を使うときは権利確認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AA1414"/>
                </a:solidFill>
                <a:latin typeface="Yu Gothic"/>
              </a:rPr>
              <a:t>ニュース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143000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88720" y="1325880"/>
            <a:ext cx="457200" cy="45720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20240" y="1371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A1414"/>
                </a:solidFill>
                <a:latin typeface="Yu Gothic"/>
              </a:rPr>
              <a:t>05.01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134416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雲グッズ公開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2103120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88720" y="2286000"/>
            <a:ext cx="457200" cy="45720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20240" y="2331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A1414"/>
                </a:solidFill>
                <a:latin typeface="Yu Gothic"/>
              </a:rPr>
              <a:t>04.20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230428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配信チケ開始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3063239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88720" y="3246120"/>
            <a:ext cx="457200" cy="45720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20240" y="329183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A1414"/>
                </a:solidFill>
                <a:latin typeface="Yu Gothic"/>
              </a:rPr>
              <a:t>04.01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326440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マップ更新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023359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88720" y="4206240"/>
            <a:ext cx="457200" cy="45720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20240" y="42519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A1414"/>
                </a:solidFill>
                <a:latin typeface="Yu Gothic"/>
              </a:rPr>
              <a:t>03.15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4224527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ゲスト発表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" y="4983479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88720" y="5166359"/>
            <a:ext cx="457200" cy="45720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920240" y="521207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A1414"/>
                </a:solidFill>
                <a:latin typeface="Yu Gothic"/>
              </a:rPr>
              <a:t>02.01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0" y="5184647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特設オープン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5029200"/>
            <a:ext cx="3328415" cy="1472184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62456" y="4133088"/>
            <a:ext cx="1920239" cy="1792223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386584" y="4325112"/>
            <a:ext cx="1728216" cy="160020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346703" y="4709160"/>
            <a:ext cx="1280160" cy="128016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0" y="1097280"/>
            <a:ext cx="3090672" cy="1367028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45652" y="265176"/>
            <a:ext cx="1783080" cy="1664207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96628" y="443483"/>
            <a:ext cx="1604772" cy="148590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488167" y="800100"/>
            <a:ext cx="1188720" cy="118872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645920" y="2103120"/>
            <a:ext cx="8869680" cy="2560320"/>
          </a:xfrm>
          <a:prstGeom prst="roundRect">
            <a:avLst>
              <a:gd name="adj" fmla="val 3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2651760"/>
            <a:ext cx="79552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Yu Gothic"/>
              </a:rPr>
              <a:t>“ふわっとした一言をここへ”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84048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A1414"/>
                </a:solidFill>
                <a:latin typeface="Yu Gothic"/>
              </a:rPr>
              <a:t>— soft quote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AA1414"/>
                </a:solidFill>
                <a:latin typeface="Yu Gothic"/>
              </a:rPr>
              <a:t>ふたつ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5212080" cy="4754880"/>
          </a:xfrm>
          <a:prstGeom prst="roundRect">
            <a:avLst>
              <a:gd name="adj" fmla="val 22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17920" y="1188720"/>
            <a:ext cx="5212080" cy="4754880"/>
          </a:xfrm>
          <a:prstGeom prst="roundRect">
            <a:avLst>
              <a:gd name="adj" fmla="val 22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A1414"/>
                </a:solidFill>
                <a:latin typeface="Yu Gothic"/>
              </a:rPr>
              <a:t>左の雲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219456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Yu Gothic"/>
              </a:rPr>
              <a:t>説明をやわらかく。箇条書きより短い段落が似合う。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A1414"/>
                </a:solidFill>
                <a:latin typeface="Yu Gothic"/>
              </a:rPr>
              <a:t>右の雲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19456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Yu Gothic"/>
              </a:rPr>
              <a:t>FAQやリンクも、角ばった表にせず丸い面に載せる。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463040" y="914400"/>
            <a:ext cx="9235440" cy="4937760"/>
          </a:xfrm>
          <a:prstGeom prst="roundRect">
            <a:avLst>
              <a:gd name="adj" fmla="val 2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114800" y="1828800"/>
            <a:ext cx="3931920" cy="29260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40" y="5029200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Yu Gothic"/>
              </a:rPr>
              <a:t>まるいフォト枠 / KEY VISUAL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AA1414"/>
                </a:solidFill>
                <a:latin typeface="Yu Gothic"/>
              </a:rPr>
              <a:t>アクセス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6766560" cy="4754880"/>
          </a:xfrm>
          <a:prstGeom prst="roundRect">
            <a:avLst>
              <a:gd name="adj" fmla="val 22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16459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Yu Gothic"/>
              </a:rPr>
              <a:t>会場名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2377440"/>
            <a:ext cx="6035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Yu Gothic"/>
              </a:rPr>
              <a:t>住所や最寄駅をやさしい文で。
動線も短く。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63840" y="1188720"/>
            <a:ext cx="3566160" cy="4754880"/>
          </a:xfrm>
          <a:prstGeom prst="roundRect">
            <a:avLst>
              <a:gd name="adj" fmla="val 25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21040" y="3200400"/>
            <a:ext cx="2258568" cy="998981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625078" y="2592324"/>
            <a:ext cx="1303019" cy="1216151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320022" y="2722626"/>
            <a:ext cx="1172718" cy="108585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971532" y="2983230"/>
            <a:ext cx="868680" cy="86868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49377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Yu Gothic"/>
              </a:rPr>
              <a:t>MAP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914400"/>
            <a:ext cx="10241280" cy="4937760"/>
          </a:xfrm>
          <a:prstGeom prst="roundRect">
            <a:avLst>
              <a:gd name="adj" fmla="val 2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1280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AA1414"/>
                </a:solidFill>
                <a:latin typeface="Yu Gothic"/>
              </a:rPr>
              <a:t>注意</a:t>
            </a:r>
          </a:p>
        </p:txBody>
      </p:sp>
      <p:sp>
        <p:nvSpPr>
          <p:cNvPr id="29" name="Oval 28"/>
          <p:cNvSpPr/>
          <p:nvPr/>
        </p:nvSpPr>
        <p:spPr>
          <a:xfrm>
            <a:off x="1554480" y="2103120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0" y="2103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Yu Gothic"/>
              </a:rPr>
              <a:t>公式素材の利用条件を確認</a:t>
            </a:r>
          </a:p>
        </p:txBody>
      </p:sp>
      <p:sp>
        <p:nvSpPr>
          <p:cNvPr id="31" name="Oval 30"/>
          <p:cNvSpPr/>
          <p:nvPr/>
        </p:nvSpPr>
        <p:spPr>
          <a:xfrm>
            <a:off x="1554480" y="2926079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0" y="292607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Yu Gothic"/>
              </a:rPr>
              <a:t>角ばったマネより、丸みを優先</a:t>
            </a:r>
          </a:p>
        </p:txBody>
      </p:sp>
      <p:sp>
        <p:nvSpPr>
          <p:cNvPr id="33" name="Oval 32"/>
          <p:cNvSpPr/>
          <p:nvPr/>
        </p:nvSpPr>
        <p:spPr>
          <a:xfrm>
            <a:off x="1554480" y="3749039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0" y="374903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Yu Gothic"/>
              </a:rPr>
              <a:t>1スライドに情報を詰めすぎない</a:t>
            </a:r>
          </a:p>
        </p:txBody>
      </p:sp>
      <p:sp>
        <p:nvSpPr>
          <p:cNvPr id="35" name="Oval 34"/>
          <p:cNvSpPr/>
          <p:nvPr/>
        </p:nvSpPr>
        <p:spPr>
          <a:xfrm>
            <a:off x="1554480" y="4572000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Yu Gothic"/>
              </a:rPr>
              <a:t>影はふわっと、線は細くしすぎない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AA1414"/>
                </a:solidFill>
                <a:latin typeface="Yu Gothic"/>
              </a:rPr>
              <a:t>リンク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463040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0332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343400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0332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YouTube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79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223759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79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BOOTH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6404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04119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6404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Site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914400"/>
            <a:ext cx="4114800" cy="411480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365760"/>
            <a:ext cx="2926080" cy="292608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731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Yu Gothic"/>
              </a:rPr>
              <a:t>File   Edit   View   Tools   Help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73152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0" y="9144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09959" y="73152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09959" y="9144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160020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0" y="1783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09959" y="160020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09959" y="1783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0" y="246888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0" y="26517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109959" y="246888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09959" y="26517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1188720"/>
            <a:ext cx="7772400" cy="4572000"/>
          </a:xfrm>
          <a:prstGeom prst="roundRect">
            <a:avLst>
              <a:gd name="adj" fmla="val 12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554480" y="1371600"/>
            <a:ext cx="7772400" cy="457200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371600" y="1188720"/>
            <a:ext cx="7772400" cy="4572000"/>
          </a:xfrm>
          <a:prstGeom prst="roundRect">
            <a:avLst>
              <a:gd name="adj" fmla="val 12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71600" y="1188720"/>
            <a:ext cx="7772400" cy="502920"/>
          </a:xfrm>
          <a:prstGeom prst="rect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600200" y="1325880"/>
            <a:ext cx="201168" cy="201168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920240" y="1325880"/>
            <a:ext cx="201168" cy="201168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240280" y="1325880"/>
            <a:ext cx="201168" cy="201168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1261872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AA1414"/>
                </a:solidFill>
                <a:latin typeface="Yu Gothic"/>
              </a:rPr>
              <a:t>Uindows Desktop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2011680"/>
            <a:ext cx="7132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Yu Gothic"/>
              </a:rPr>
              <a:t>タイトルバー色分け（red / gray / blue / yellow）
ずれた影 10×10
デスクトップアイコン 72px角丸
コーラルの壁紙＋白い幾何学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0" y="2011680"/>
            <a:ext cx="5760720" cy="2926080"/>
          </a:xfrm>
          <a:prstGeom prst="roundRect">
            <a:avLst>
              <a:gd name="adj" fmla="val 2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0" y="237744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AA1414"/>
                </a:solidFill>
                <a:latin typeface="Yu Gothic"/>
              </a:rPr>
              <a:t>Uindow 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10896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  <a:latin typeface="Yu Gothic"/>
              </a:rPr>
              <a:t>Login to fluffy desktop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3840480"/>
            <a:ext cx="2834640" cy="59436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3931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A1414"/>
                </a:solidFill>
                <a:latin typeface="Yu Gothic"/>
              </a:rPr>
              <a:t>ログイン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560320" y="1828800"/>
            <a:ext cx="7040880" cy="3200400"/>
          </a:xfrm>
          <a:prstGeom prst="roundRect">
            <a:avLst>
              <a:gd name="adj" fmla="val 28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34640" y="228600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AA1414"/>
                </a:solidFill>
                <a:latin typeface="Yu Gothic"/>
              </a:rPr>
              <a:t>コンタクト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3108960"/>
            <a:ext cx="6492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  <a:latin typeface="Yu Gothic"/>
              </a:rPr>
              <a:t>info@example.com
やさしい文言で案内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2560320"/>
            <a:ext cx="3803904" cy="1682495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09343" y="1536192"/>
            <a:ext cx="2194560" cy="2048255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79776" y="1755647"/>
            <a:ext cx="1975104" cy="182880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77056" y="2194560"/>
            <a:ext cx="1463040" cy="146304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0" y="2011680"/>
            <a:ext cx="4517136" cy="199796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80076" y="795528"/>
            <a:ext cx="2606039" cy="243230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69964" y="1056132"/>
            <a:ext cx="2345436" cy="21717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72983" y="1577340"/>
            <a:ext cx="1737360" cy="17373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2743200"/>
            <a:ext cx="3566160" cy="1577339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09660" y="1783080"/>
            <a:ext cx="2057400" cy="1920239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06940" y="1988819"/>
            <a:ext cx="1851660" cy="171450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35640" y="2400300"/>
            <a:ext cx="1371600" cy="137160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00000"/>
                </a:solidFill>
                <a:latin typeface="Yu Gothic"/>
              </a:rPr>
              <a:t>ありがとう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A1414"/>
                </a:solidFill>
                <a:latin typeface="Yu Gothic"/>
              </a:rPr>
              <a:t>Wishing Umbrella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