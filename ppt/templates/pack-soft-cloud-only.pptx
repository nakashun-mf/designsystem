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0" y="2743200"/>
            <a:ext cx="4279392" cy="1892807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33672" y="1591056"/>
            <a:ext cx="2468880" cy="2304288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550408" y="1837943"/>
            <a:ext cx="2221992" cy="2057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84848" y="2331720"/>
            <a:ext cx="1645920" cy="16459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5A3A44"/>
                </a:solidFill>
                <a:latin typeface="Yu Gothic"/>
              </a:rPr>
              <a:t>Soft Cloud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3F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7FD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5C3D4A"/>
                </a:solidFill>
                <a:latin typeface="Yu Gothic"/>
              </a:rPr>
              <a:t>ふわふわアンブレラ世界観（MV寄り）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6574"/>
                </a:solidFill>
                <a:latin typeface="Yu Gothic"/>
              </a:rPr>
              <a:t>warm peach glow / fluffy cute / blue umbrella / soft bokeh / magical rainy day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6E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3F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8A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8A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C3D4A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3D4A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029200"/>
            <a:ext cx="3328415" cy="1472184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62456" y="4133088"/>
            <a:ext cx="1920239" cy="1792223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86584" y="4325112"/>
            <a:ext cx="1728216" cy="16002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46703" y="4709160"/>
            <a:ext cx="1280160" cy="128016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097280"/>
            <a:ext cx="3090672" cy="1367028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45652" y="265176"/>
            <a:ext cx="1783080" cy="1664207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96628" y="443483"/>
            <a:ext cx="1604772" cy="14859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88167" y="800100"/>
            <a:ext cx="1188720" cy="118872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20" y="2103120"/>
            <a:ext cx="8869680" cy="256032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65176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D4A"/>
                </a:solidFill>
                <a:latin typeface="Yu Gothic"/>
              </a:rPr>
              <a:t>“ふわっとした一言をここへ”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8404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2A0B0"/>
                </a:solidFill>
                <a:latin typeface="Yu Gothic"/>
              </a:rPr>
              <a:t>— soft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463040" y="914400"/>
            <a:ext cx="9235440" cy="4937760"/>
          </a:xfrm>
          <a:prstGeom prst="roundRect">
            <a:avLst>
              <a:gd name="adj" fmla="val 2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0" y="1828800"/>
            <a:ext cx="3931920" cy="29260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502920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3D4A"/>
                </a:solidFill>
                <a:latin typeface="Yu Gothic"/>
              </a:rPr>
              <a:t>まるいフォト枠 / KEY VISUAL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5C3D4A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2A0B0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