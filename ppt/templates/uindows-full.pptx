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8077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7B87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077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8077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077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077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8A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0ED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7B87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8077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0ED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7B87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077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