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汎用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汎用スライド集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比較・引用・写真注釈・注意・Q&amp;A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2列比較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課題A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課題B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改善A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改善B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引用・メッセージ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A33"/>
                </a:solidFill>
                <a:latin typeface="Yu Gothic"/>
              </a:rPr>
              <a:t>「結論を一文で置く」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写真＋注釈（置き場）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左に写真、右に注釈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赤で危険箇所、青で要点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1スライド1メッセージ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スケジュール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670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63040"/>
            <a:ext cx="2670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371600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670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担当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463040"/>
            <a:ext cx="2670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成果物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947672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W1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947672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要件固め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947672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947672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要求書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523744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615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W2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523744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2615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構想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523744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2615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設計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2523744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2615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構想図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099816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191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W3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3099816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0712" y="3191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DR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3099816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3191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全員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3099816"/>
            <a:ext cx="267004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3191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指摘表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注意喚起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安全第一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仮置き禁止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手順遵守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よくある質問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納期は？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試作は何台？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回答メモ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根拠を書く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代替案も用意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