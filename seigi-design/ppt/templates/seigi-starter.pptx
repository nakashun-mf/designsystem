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せいぎデザイン スターター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まずはこのデッキから始める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このキットに含むもの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基本セット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改善報告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ジグDR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汎用部品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Excel帳票は別ZIP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使い方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表紙のタイトルを書き換える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不要スライドを削除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色は変えなくてOK（トークン準拠）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統一は意識しなくてよい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テンプレを開いた瞬間に、せいぎデザインになっている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