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ジグDR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ジグ設計レビュー（DR）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設計審査＋デザインレビューを同じ型で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目的・要求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ワーク／工程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ねらい（精度・タクト・安全）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制約（スペース・コスト・期限）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構造・機構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構造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固定方法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 Locating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クランプ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機構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駆動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センサ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可動範囲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安全・干渉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挟まれ・切れ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ポカヨケ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干渉チェック（人・設備・周辺）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公差・材質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重要寸法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公差根拠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材質／表面処理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指摘一覧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箇所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重要度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担当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DR-01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クランプ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例: 開き量不足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設計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DR-02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ガイド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例: 摩耗対策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119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生産技術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DR-03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6207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表示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663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例: 向き明示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119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低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575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設計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宿題・期限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宿題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担当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7804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期限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1371600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463040"/>
            <a:ext cx="212140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状態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A-01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干渉図更新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〇〇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5119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MM/DD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947672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203911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A-02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8892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6207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強度確認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348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5663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〇〇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5119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MM/DD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2523744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45752" y="261518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進行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A-03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8892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86207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試作計画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8348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5663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〇〇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5119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MM/DD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3099816"/>
            <a:ext cx="2121408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5752" y="31912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A33"/>
                </a:solidFill>
                <a:latin typeface="Yu Gothic"/>
              </a:rPr>
              <a:t>完了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合否・見解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判定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合格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条件付き合格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差戻し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条件・コメント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必須宿題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再レビュー日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残リスク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