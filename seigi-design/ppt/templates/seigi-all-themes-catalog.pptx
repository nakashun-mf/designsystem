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83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9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総合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15E"/>
                </a:solidFill>
                <a:latin typeface="Yu Gothic"/>
              </a:rPr>
              <a:t>せいぎデザイン 総合デッキ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B78"/>
                </a:solidFill>
                <a:latin typeface="Yu Gothic"/>
              </a:rPr>
              <a:t>基本・改善・工程・朝会・ジグDR・汎用を1本に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77B6"/>
                </a:solidFill>
                <a:latin typeface="Yu Gothic"/>
              </a:rPr>
              <a:t>大成工業株式会社　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せいぎデザイン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基本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目的共有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アジェンダ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クロージング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現状→対策→効果→横展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工程・設備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フロー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仕様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朝会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指標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共有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依頼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ジグDR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要求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構造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安全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指摘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宿題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合否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汎用部品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比較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KPI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表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注意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