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写真グリッド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写真エリア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画像を配置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注釈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ポイント1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ポイント2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