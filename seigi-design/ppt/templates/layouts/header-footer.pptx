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ヘッダー／フッター例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上部に部署名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下部に会社名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赤は注意のみ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