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節タイトル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A33"/>
                </a:solidFill>
                <a:latin typeface="Yu Gothic"/>
              </a:rPr>
              <a:t>リード文をここに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