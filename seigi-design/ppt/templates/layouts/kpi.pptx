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指標1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672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60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指標2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3360" y="2011680"/>
            <a:ext cx="3413760" cy="2560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6240" y="22860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B78"/>
                </a:solidFill>
                <a:latin typeface="Yu Gothic"/>
              </a:rPr>
              <a:t>指標3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6240" y="3017520"/>
            <a:ext cx="313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15E"/>
                </a:solidFill>
                <a:latin typeface="Yu Gothic"/>
              </a:rPr>
              <a:t>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