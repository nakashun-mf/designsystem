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2列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5212080" cy="4754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15E"/>
                </a:solidFill>
                <a:latin typeface="Yu Gothic"/>
              </a:rPr>
              <a:t>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A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15E"/>
                </a:solidFill>
                <a:latin typeface="Yu Gothic"/>
              </a:rPr>
              <a:t>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C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