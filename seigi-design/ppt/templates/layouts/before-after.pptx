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Before /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現状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あるべき姿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