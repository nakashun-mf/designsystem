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リスク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重大度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発生頻度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検知性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対策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