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F3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365760" y="5303520"/>
            <a:ext cx="2926080" cy="1828800"/>
          </a:xfrm>
          <a:prstGeom prst="ellipse">
            <a:avLst/>
          </a:prstGeom>
          <a:solidFill>
            <a:srgbClr val="D2E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97280" y="5577840"/>
            <a:ext cx="3474720" cy="20116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326880" y="-548640"/>
            <a:ext cx="3200400" cy="2011680"/>
          </a:xfrm>
          <a:prstGeom prst="ellipse">
            <a:avLst/>
          </a:prstGeom>
          <a:solidFill>
            <a:srgbClr val="D2E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058400" y="-182880"/>
            <a:ext cx="2743200" cy="1645920"/>
          </a:xfrm>
          <a:prstGeom prst="ellipse">
            <a:avLst/>
          </a:prstGeom>
          <a:solidFill>
            <a:srgbClr val="EE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031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64592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Yu Gothic"/>
              </a:rPr>
              <a:t>箇条書き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201168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E8F3FB"/>
                </a:solidFill>
                <a:latin typeface="Yu Gothic"/>
              </a:rPr>
              <a:t>生産技術室 · せいぎデザイン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188720"/>
            <a:ext cx="10881360" cy="47548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155448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F2A33"/>
                </a:solidFill>
                <a:latin typeface="Yu Gothic"/>
              </a:rPr>
              <a:t>• 項目1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F2A33"/>
                </a:solidFill>
                <a:latin typeface="Yu Gothic"/>
              </a:rPr>
              <a:t>• 項目2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F2A33"/>
                </a:solidFill>
                <a:latin typeface="Yu Gothic"/>
              </a:rPr>
              <a:t>• 項目3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6B78"/>
                </a:solidFill>
                <a:latin typeface="Yu Gothic"/>
              </a:rPr>
              <a:t>大成工業株式会社 / 生産技術室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0" y="644652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B78"/>
                </a:solidFill>
                <a:latin typeface="Yu Gothic"/>
              </a:rPr>
              <a:t/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6355080"/>
            <a:ext cx="11247120" cy="20000"/>
          </a:xfrm>
          <a:prstGeom prst="rect">
            <a:avLst/>
          </a:prstGeom>
          <a:solidFill>
            <a:srgbClr val="D5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