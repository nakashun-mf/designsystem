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3840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7830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E83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1965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Thanks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15E"/>
                </a:solidFill>
                <a:latin typeface="Yu Gothic"/>
              </a:rPr>
              <a:t>ありがとうございました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6B78"/>
                </a:solidFill>
                <a:latin typeface="Yu Gothic"/>
              </a:rPr>
              <a:t>生産技術室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477B6"/>
                </a:solidFill>
                <a:latin typeface="Yu Gothic"/>
              </a:rPr>
              <a:t>大成工業株式会社　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せいぎデザイン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