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チェック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□ 項目1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□ 項目2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□ 項目3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