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朝会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朝会・短い共有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3〜5枚で要点だけ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本日の指標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0件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672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960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品質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60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良品率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336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624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進捗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624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予定比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共有事項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昨日の完了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今日の重点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困りごと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依頼・確認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応援が必要な作業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部品・治具の遅れ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安全注意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