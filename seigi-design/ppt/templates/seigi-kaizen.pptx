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7830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83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1965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改善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15E"/>
                </a:solidFill>
                <a:latin typeface="Yu Gothic"/>
              </a:rPr>
              <a:t>改善報告テンプレート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6B78"/>
                </a:solidFill>
                <a:latin typeface="Yu Gothic"/>
              </a:rPr>
              <a:t>現状 → 問題 → なぜなぜ → 対策 → 効果 → 横展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477B6"/>
                </a:solidFill>
                <a:latin typeface="Yu Gothic"/>
              </a:rPr>
              <a:t>大成工業株式会社　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せいぎデザイン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現状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対象工程 / 設備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現状の数値・事実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関係者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困っていること（事実）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影響（安全・品質・コスト・納期）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放置した場合のリスク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なぜなぜ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5212080" cy="4754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15E"/>
                </a:solidFill>
                <a:latin typeface="Yu Gothic"/>
              </a:rPr>
              <a:t>なぜ1〜3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なぜ起きたか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なぜ検出できなかったか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なぜ再発しうるか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15E"/>
                </a:solidFill>
                <a:latin typeface="Yu Gothic"/>
              </a:rPr>
              <a:t>真因候補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人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設備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方法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材料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対策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暫定対策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恒久対策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標準化・教育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効果確認方法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効果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3413760" cy="2560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B78"/>
                </a:solidFill>
                <a:latin typeface="Yu Gothic"/>
              </a:rPr>
              <a:t>不良率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313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315E"/>
                </a:solidFill>
                <a:latin typeface="Yu Gothic"/>
              </a:rPr>
              <a:t>−40%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6720" y="2011680"/>
            <a:ext cx="3413760" cy="2560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9600" y="22860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B78"/>
                </a:solidFill>
                <a:latin typeface="Yu Gothic"/>
              </a:rPr>
              <a:t>段取り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9600" y="3017520"/>
            <a:ext cx="313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315E"/>
                </a:solidFill>
                <a:latin typeface="Yu Gothic"/>
              </a:rPr>
              <a:t>−12分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33360" y="2011680"/>
            <a:ext cx="3413760" cy="2560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6240" y="22860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B78"/>
                </a:solidFill>
                <a:latin typeface="Yu Gothic"/>
              </a:rPr>
              <a:t>横展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6240" y="3017520"/>
            <a:ext cx="313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315E"/>
                </a:solidFill>
                <a:latin typeface="Yu Gothic"/>
              </a:rPr>
              <a:t>3工程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横展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適用候補ライン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必要な治具・手順書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スケジュール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